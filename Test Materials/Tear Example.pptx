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106" d="100"/>
          <a:sy n="106" d="100"/>
        </p:scale>
        <p:origin x="150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C00D5E-AFF3-B790-2134-031E65EE39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D61107-7695-B280-4E0A-3AD11464A0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4DDC1-7B40-797F-07E5-214365B72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80F9CD-7A8F-11F4-1669-64D70BB4E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8C8DD8-5AC6-805F-A89B-497AD7FBC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6627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7FD09-AD07-E243-DEFF-7070DFC17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0C452-8F76-70BA-47D0-8C972A9FFD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12B840-2848-D3CD-2540-7271DA2CC7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CB3B6D-746D-408F-BB30-B6E3317858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68D491-EBD3-B816-7565-45FAD6289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22923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32128-802C-82B4-D734-2746BDAA3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1866C-3F0A-3255-67A0-B5848BC000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EC8032-AC46-3507-93B8-077BF12DC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CC406D-1FEE-FE46-9C0B-D386C889E5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A22999-849D-7B68-0E47-E9339085F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229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1C7BB1-0EBF-6281-FA50-E09E7E0000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F88B19-E7EB-38F9-31DA-8FE292B8A6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B50CA2-173F-D0EB-1C63-3DF312550D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D7140-C547-FE84-3FC6-8F242A1FD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BBFD03-4BF9-3355-DF6D-65BCC85221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381B67-A11C-ECA9-BF3C-0450BF15B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2264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D58252-AFB9-68E9-7CAA-0BB5D0BECF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BDFECA-6A78-7A88-8CC9-23597C7F7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1A0713-CCBA-F0B0-8FF8-1FAF3C8F41E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54791-8B82-480C-12F9-3DAB4C5C9CD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B574C4B-1DDB-9147-784B-F9F4994D2A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31C4E7-558D-DC51-8A4E-5923267E6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F2BFFF-58A0-701D-7B71-9608B56C5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AACB707-E5FD-FCAE-9473-0E7AED840F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6823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90A02-B929-A371-3B35-08425AEA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8DF1C0-B326-6287-C640-590AE4AEB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A8ECD69-A1F4-0195-BBA5-31B4B233B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81ED49-59F5-3E6C-A38A-8189744B2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283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FE1CF2-F11A-965C-11D0-8FBB5C2676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69361-5E6F-FB25-54C4-16617D73C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0C8210-C80D-3ED3-A266-8EC1A82E8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6910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D7734-BA7D-05C3-25BA-6382EC570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61730F-F7D6-DBF4-89A9-07694EB662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D71300-6E51-367C-179F-C080ECCB8F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E11756F-E61A-7147-9F7B-B977C8D4D6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9D70BD-77B7-FFE1-D19A-ACCDA59928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63B526-3C99-D193-14D3-CDAC2BAAB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7457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08B30-322F-EB19-8A05-CACFA2629A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318206-2EA6-D324-A52E-E49EB6B7A96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88B211-FD76-DF1F-B3AE-D34050513E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1C668D-56BD-5B8E-29A2-68F4D16D1E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568203-49F7-A52F-20A3-3234C94C2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F60B4F-041A-FC37-E4E2-F31275C508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7376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FF3E32-D76D-537B-D248-5262B3DE0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631011-1D1A-DF42-50A8-9672AF8321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4738CA-239F-F8B1-40F6-173AC4FA2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87AAB9-C746-A493-1228-EE67C5DB42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96C8A-81AF-5098-0D60-2B6DBE3976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81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6E2C91-CBA1-FE44-4B33-623E9800A94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82345A-DD0A-B01D-88C7-89292CF449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CDF7A2-4F1C-3ED5-1ABE-7C2D17FE70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94C7C0-5BAA-C84D-B9CC-2C20BBF8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C93DEA-0925-B246-A6BA-0617738AE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102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FC20E80-9ADA-4C29-F419-47A23E6AA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576D0-AF45-3F6B-C5CE-4080AB5A69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FEFCA-A2BC-0C1E-9498-142D392D1C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F56BF1-0EBC-4F31-8449-029BA8EA21B7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3F7F5-8040-4E83-E5FD-1D4A17F8F3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E42A42-D6FB-42D3-8E7E-ABF6BD71CC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7481A1-EFF1-4E07-83B1-E6482A89B3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58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1892">
            <a:extLst>
              <a:ext uri="{FF2B5EF4-FFF2-40B4-BE49-F238E27FC236}">
                <a16:creationId xmlns:a16="http://schemas.microsoft.com/office/drawing/2014/main" id="{F1598EA9-A6D3-ADF1-73E5-E8376D9B0CF8}"/>
              </a:ext>
            </a:extLst>
          </p:cNvPr>
          <p:cNvSpPr/>
          <p:nvPr/>
        </p:nvSpPr>
        <p:spPr>
          <a:xfrm>
            <a:off x="1866900" y="914400"/>
            <a:ext cx="1409700" cy="381000"/>
          </a:xfrm>
          <a:prstGeom prst="rect">
            <a:avLst/>
          </a:prstGeom>
          <a:gradFill flip="none" rotWithShape="1">
            <a:gsLst>
              <a:gs pos="0">
                <a:srgbClr val="A6A6A6"/>
              </a:gs>
              <a:gs pos="100000">
                <a:srgbClr val="262626"/>
              </a:gs>
            </a:gsLst>
            <a:lin ang="5400000" scaled="1"/>
            <a:tileRect/>
          </a:gra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Arial" panose="020B0604020202020204" pitchFamily="34" charset="0"/>
              </a:rPr>
              <a:t>1892</a:t>
            </a:r>
          </a:p>
        </p:txBody>
      </p:sp>
      <p:sp>
        <p:nvSpPr>
          <p:cNvPr id="16" name="1903">
            <a:extLst>
              <a:ext uri="{FF2B5EF4-FFF2-40B4-BE49-F238E27FC236}">
                <a16:creationId xmlns:a16="http://schemas.microsoft.com/office/drawing/2014/main" id="{3B85DBD9-FECF-F09B-4713-23BD4A6EFFB6}"/>
              </a:ext>
            </a:extLst>
          </p:cNvPr>
          <p:cNvSpPr/>
          <p:nvPr/>
        </p:nvSpPr>
        <p:spPr>
          <a:xfrm>
            <a:off x="3276600" y="914400"/>
            <a:ext cx="1409700" cy="381000"/>
          </a:xfrm>
          <a:prstGeom prst="rect">
            <a:avLst/>
          </a:prstGeom>
          <a:gradFill flip="none" rotWithShape="1">
            <a:gsLst>
              <a:gs pos="0">
                <a:srgbClr val="A6A6A6"/>
              </a:gs>
              <a:gs pos="100000">
                <a:srgbClr val="262626"/>
              </a:gs>
            </a:gsLst>
            <a:lin ang="5400000" scaled="1"/>
            <a:tileRect/>
          </a:gradFill>
          <a:ln w="12700">
            <a:solidFill>
              <a:srgbClr val="0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5400" tIns="12700" rIns="25400" bIns="12700" rtlCol="0" anchor="ctr"/>
          <a:lstStyle/>
          <a:p>
            <a:pPr algn="ctr"/>
            <a:r>
              <a:rPr lang="en-US" sz="1400" b="1">
                <a:solidFill>
                  <a:srgbClr val="FFFFFF"/>
                </a:solidFill>
                <a:latin typeface="Arial" panose="020B0604020202020204" pitchFamily="34" charset="0"/>
              </a:rPr>
              <a:t>1903</a:t>
            </a:r>
          </a:p>
        </p:txBody>
      </p:sp>
      <p:sp>
        <p:nvSpPr>
          <p:cNvPr id="66" name="TearA">
            <a:extLst>
              <a:ext uri="{FF2B5EF4-FFF2-40B4-BE49-F238E27FC236}">
                <a16:creationId xmlns:a16="http://schemas.microsoft.com/office/drawing/2014/main" id="{6E5E4FC3-9AF5-4FE2-FEA5-9DE5590FB19B}"/>
              </a:ext>
            </a:extLst>
          </p:cNvPr>
          <p:cNvSpPr/>
          <p:nvPr/>
        </p:nvSpPr>
        <p:spPr>
          <a:xfrm>
            <a:off x="3129191" y="721518"/>
            <a:ext cx="377755" cy="773907"/>
          </a:xfrm>
          <a:custGeom>
            <a:avLst/>
            <a:gdLst>
              <a:gd name="csX0" fmla="*/ 185596 w 371192"/>
              <a:gd name="csY0" fmla="*/ 0 h 526115"/>
              <a:gd name="csX1" fmla="*/ 371192 w 371192"/>
              <a:gd name="csY1" fmla="*/ 319993 h 526115"/>
              <a:gd name="csX2" fmla="*/ 251641 w 371192"/>
              <a:gd name="csY2" fmla="*/ 319993 h 526115"/>
              <a:gd name="csX3" fmla="*/ 371192 w 371192"/>
              <a:gd name="csY3" fmla="*/ 526115 h 526115"/>
              <a:gd name="csX4" fmla="*/ 0 w 371192"/>
              <a:gd name="csY4" fmla="*/ 526115 h 526115"/>
              <a:gd name="csX5" fmla="*/ 119551 w 371192"/>
              <a:gd name="csY5" fmla="*/ 319993 h 526115"/>
              <a:gd name="csX6" fmla="*/ 0 w 371192"/>
              <a:gd name="csY6" fmla="*/ 319993 h 526115"/>
              <a:gd name="csX0" fmla="*/ 185596 w 371192"/>
              <a:gd name="csY0" fmla="*/ 0 h 526115"/>
              <a:gd name="csX1" fmla="*/ 371192 w 371192"/>
              <a:gd name="csY1" fmla="*/ 319993 h 526115"/>
              <a:gd name="csX2" fmla="*/ 251641 w 371192"/>
              <a:gd name="csY2" fmla="*/ 319993 h 526115"/>
              <a:gd name="csX3" fmla="*/ 371192 w 371192"/>
              <a:gd name="csY3" fmla="*/ 526115 h 526115"/>
              <a:gd name="csX4" fmla="*/ 0 w 371192"/>
              <a:gd name="csY4" fmla="*/ 526115 h 526115"/>
              <a:gd name="csX5" fmla="*/ 119551 w 371192"/>
              <a:gd name="csY5" fmla="*/ 319993 h 526115"/>
              <a:gd name="csX6" fmla="*/ 37438 w 371192"/>
              <a:gd name="csY6" fmla="*/ 313577 h 526115"/>
              <a:gd name="csX7" fmla="*/ 185596 w 371192"/>
              <a:gd name="csY7" fmla="*/ 0 h 526115"/>
              <a:gd name="csX0" fmla="*/ 204316 w 371192"/>
              <a:gd name="csY0" fmla="*/ 0 h 524511"/>
              <a:gd name="csX1" fmla="*/ 371192 w 371192"/>
              <a:gd name="csY1" fmla="*/ 318389 h 524511"/>
              <a:gd name="csX2" fmla="*/ 251641 w 371192"/>
              <a:gd name="csY2" fmla="*/ 318389 h 524511"/>
              <a:gd name="csX3" fmla="*/ 371192 w 371192"/>
              <a:gd name="csY3" fmla="*/ 524511 h 524511"/>
              <a:gd name="csX4" fmla="*/ 0 w 371192"/>
              <a:gd name="csY4" fmla="*/ 524511 h 524511"/>
              <a:gd name="csX5" fmla="*/ 119551 w 371192"/>
              <a:gd name="csY5" fmla="*/ 318389 h 524511"/>
              <a:gd name="csX6" fmla="*/ 37438 w 371192"/>
              <a:gd name="csY6" fmla="*/ 311973 h 524511"/>
              <a:gd name="csX7" fmla="*/ 204316 w 371192"/>
              <a:gd name="csY7" fmla="*/ 0 h 524511"/>
              <a:gd name="csX0" fmla="*/ 204316 w 371192"/>
              <a:gd name="csY0" fmla="*/ 0 h 524511"/>
              <a:gd name="csX1" fmla="*/ 371192 w 371192"/>
              <a:gd name="csY1" fmla="*/ 318389 h 524511"/>
              <a:gd name="csX2" fmla="*/ 251641 w 371192"/>
              <a:gd name="csY2" fmla="*/ 318389 h 524511"/>
              <a:gd name="csX3" fmla="*/ 371192 w 371192"/>
              <a:gd name="csY3" fmla="*/ 524511 h 524511"/>
              <a:gd name="csX4" fmla="*/ 0 w 371192"/>
              <a:gd name="csY4" fmla="*/ 524511 h 524511"/>
              <a:gd name="csX5" fmla="*/ 119551 w 371192"/>
              <a:gd name="csY5" fmla="*/ 307161 h 524511"/>
              <a:gd name="csX6" fmla="*/ 37438 w 371192"/>
              <a:gd name="csY6" fmla="*/ 311973 h 524511"/>
              <a:gd name="csX7" fmla="*/ 204316 w 371192"/>
              <a:gd name="csY7" fmla="*/ 0 h 524511"/>
              <a:gd name="csX0" fmla="*/ 204316 w 371192"/>
              <a:gd name="csY0" fmla="*/ 0 h 524511"/>
              <a:gd name="csX1" fmla="*/ 371192 w 371192"/>
              <a:gd name="csY1" fmla="*/ 318389 h 524511"/>
              <a:gd name="csX2" fmla="*/ 251641 w 371192"/>
              <a:gd name="csY2" fmla="*/ 318389 h 524511"/>
              <a:gd name="csX3" fmla="*/ 371192 w 371192"/>
              <a:gd name="csY3" fmla="*/ 524511 h 524511"/>
              <a:gd name="csX4" fmla="*/ 0 w 371192"/>
              <a:gd name="csY4" fmla="*/ 524511 h 524511"/>
              <a:gd name="csX5" fmla="*/ 131250 w 371192"/>
              <a:gd name="csY5" fmla="*/ 307161 h 524511"/>
              <a:gd name="csX6" fmla="*/ 37438 w 371192"/>
              <a:gd name="csY6" fmla="*/ 311973 h 524511"/>
              <a:gd name="csX7" fmla="*/ 204316 w 371192"/>
              <a:gd name="csY7" fmla="*/ 0 h 524511"/>
              <a:gd name="csX0" fmla="*/ 204316 w 371192"/>
              <a:gd name="csY0" fmla="*/ 0 h 524511"/>
              <a:gd name="csX1" fmla="*/ 371192 w 371192"/>
              <a:gd name="csY1" fmla="*/ 318389 h 524511"/>
              <a:gd name="csX2" fmla="*/ 251641 w 371192"/>
              <a:gd name="csY2" fmla="*/ 318389 h 524511"/>
              <a:gd name="csX3" fmla="*/ 371192 w 371192"/>
              <a:gd name="csY3" fmla="*/ 524511 h 524511"/>
              <a:gd name="csX4" fmla="*/ 0 w 371192"/>
              <a:gd name="csY4" fmla="*/ 524511 h 524511"/>
              <a:gd name="csX5" fmla="*/ 131250 w 371192"/>
              <a:gd name="csY5" fmla="*/ 307161 h 524511"/>
              <a:gd name="csX6" fmla="*/ 65517 w 371192"/>
              <a:gd name="csY6" fmla="*/ 295933 h 524511"/>
              <a:gd name="csX7" fmla="*/ 204316 w 371192"/>
              <a:gd name="csY7" fmla="*/ 0 h 524511"/>
              <a:gd name="csX0" fmla="*/ 204316 w 371192"/>
              <a:gd name="csY0" fmla="*/ 0 h 524511"/>
              <a:gd name="csX1" fmla="*/ 371192 w 371192"/>
              <a:gd name="csY1" fmla="*/ 318389 h 524511"/>
              <a:gd name="csX2" fmla="*/ 251641 w 371192"/>
              <a:gd name="csY2" fmla="*/ 318389 h 524511"/>
              <a:gd name="csX3" fmla="*/ 371192 w 371192"/>
              <a:gd name="csY3" fmla="*/ 524511 h 524511"/>
              <a:gd name="csX4" fmla="*/ 0 w 371192"/>
              <a:gd name="csY4" fmla="*/ 524511 h 524511"/>
              <a:gd name="csX5" fmla="*/ 131250 w 371192"/>
              <a:gd name="csY5" fmla="*/ 295933 h 524511"/>
              <a:gd name="csX6" fmla="*/ 65517 w 371192"/>
              <a:gd name="csY6" fmla="*/ 295933 h 524511"/>
              <a:gd name="csX7" fmla="*/ 204316 w 371192"/>
              <a:gd name="csY7" fmla="*/ 0 h 524511"/>
              <a:gd name="csX0" fmla="*/ 194956 w 371192"/>
              <a:gd name="csY0" fmla="*/ 0 h 521303"/>
              <a:gd name="csX1" fmla="*/ 371192 w 371192"/>
              <a:gd name="csY1" fmla="*/ 315181 h 521303"/>
              <a:gd name="csX2" fmla="*/ 251641 w 371192"/>
              <a:gd name="csY2" fmla="*/ 315181 h 521303"/>
              <a:gd name="csX3" fmla="*/ 371192 w 371192"/>
              <a:gd name="csY3" fmla="*/ 521303 h 521303"/>
              <a:gd name="csX4" fmla="*/ 0 w 371192"/>
              <a:gd name="csY4" fmla="*/ 521303 h 521303"/>
              <a:gd name="csX5" fmla="*/ 131250 w 371192"/>
              <a:gd name="csY5" fmla="*/ 292725 h 521303"/>
              <a:gd name="csX6" fmla="*/ 65517 w 371192"/>
              <a:gd name="csY6" fmla="*/ 292725 h 521303"/>
              <a:gd name="csX7" fmla="*/ 194956 w 371192"/>
              <a:gd name="csY7" fmla="*/ 0 h 5213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1192" h="521303">
                <a:moveTo>
                  <a:pt x="194956" y="0"/>
                </a:moveTo>
                <a:lnTo>
                  <a:pt x="371192" y="315181"/>
                </a:lnTo>
                <a:lnTo>
                  <a:pt x="251641" y="315181"/>
                </a:lnTo>
                <a:lnTo>
                  <a:pt x="371192" y="521303"/>
                </a:lnTo>
                <a:lnTo>
                  <a:pt x="0" y="521303"/>
                </a:lnTo>
                <a:lnTo>
                  <a:pt x="131250" y="292725"/>
                </a:lnTo>
                <a:lnTo>
                  <a:pt x="65517" y="292725"/>
                </a:lnTo>
                <a:cubicBezTo>
                  <a:pt x="127382" y="186061"/>
                  <a:pt x="133091" y="106664"/>
                  <a:pt x="194956" y="0"/>
                </a:cubicBezTo>
                <a:close/>
              </a:path>
            </a:pathLst>
          </a:custGeom>
          <a:solidFill>
            <a:schemeClr val="accent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7" name="TearB">
            <a:extLst>
              <a:ext uri="{FF2B5EF4-FFF2-40B4-BE49-F238E27FC236}">
                <a16:creationId xmlns:a16="http://schemas.microsoft.com/office/drawing/2014/main" id="{70674D9A-29CB-C472-7E99-27A90C225FD7}"/>
              </a:ext>
            </a:extLst>
          </p:cNvPr>
          <p:cNvSpPr/>
          <p:nvPr/>
        </p:nvSpPr>
        <p:spPr>
          <a:xfrm rot="10800000">
            <a:off x="3046254" y="800100"/>
            <a:ext cx="351561" cy="764382"/>
          </a:xfrm>
          <a:custGeom>
            <a:avLst/>
            <a:gdLst>
              <a:gd name="csX0" fmla="*/ 185596 w 371192"/>
              <a:gd name="csY0" fmla="*/ 0 h 526115"/>
              <a:gd name="csX1" fmla="*/ 371192 w 371192"/>
              <a:gd name="csY1" fmla="*/ 319993 h 526115"/>
              <a:gd name="csX2" fmla="*/ 251641 w 371192"/>
              <a:gd name="csY2" fmla="*/ 319993 h 526115"/>
              <a:gd name="csX3" fmla="*/ 371192 w 371192"/>
              <a:gd name="csY3" fmla="*/ 526115 h 526115"/>
              <a:gd name="csX4" fmla="*/ 0 w 371192"/>
              <a:gd name="csY4" fmla="*/ 526115 h 526115"/>
              <a:gd name="csX5" fmla="*/ 119551 w 371192"/>
              <a:gd name="csY5" fmla="*/ 319993 h 526115"/>
              <a:gd name="csX6" fmla="*/ 0 w 371192"/>
              <a:gd name="csY6" fmla="*/ 319993 h 526115"/>
              <a:gd name="csX0" fmla="*/ 185596 w 371192"/>
              <a:gd name="csY0" fmla="*/ 0 h 526115"/>
              <a:gd name="csX1" fmla="*/ 371192 w 371192"/>
              <a:gd name="csY1" fmla="*/ 319993 h 526115"/>
              <a:gd name="csX2" fmla="*/ 251641 w 371192"/>
              <a:gd name="csY2" fmla="*/ 319993 h 526115"/>
              <a:gd name="csX3" fmla="*/ 371192 w 371192"/>
              <a:gd name="csY3" fmla="*/ 526115 h 526115"/>
              <a:gd name="csX4" fmla="*/ 0 w 371192"/>
              <a:gd name="csY4" fmla="*/ 526115 h 526115"/>
              <a:gd name="csX5" fmla="*/ 119551 w 371192"/>
              <a:gd name="csY5" fmla="*/ 319993 h 526115"/>
              <a:gd name="csX6" fmla="*/ 32759 w 371192"/>
              <a:gd name="csY6" fmla="*/ 316784 h 526115"/>
              <a:gd name="csX7" fmla="*/ 185596 w 371192"/>
              <a:gd name="csY7" fmla="*/ 0 h 526115"/>
              <a:gd name="csX0" fmla="*/ 201976 w 371192"/>
              <a:gd name="csY0" fmla="*/ 0 h 522907"/>
              <a:gd name="csX1" fmla="*/ 371192 w 371192"/>
              <a:gd name="csY1" fmla="*/ 316785 h 522907"/>
              <a:gd name="csX2" fmla="*/ 251641 w 371192"/>
              <a:gd name="csY2" fmla="*/ 316785 h 522907"/>
              <a:gd name="csX3" fmla="*/ 371192 w 371192"/>
              <a:gd name="csY3" fmla="*/ 522907 h 522907"/>
              <a:gd name="csX4" fmla="*/ 0 w 371192"/>
              <a:gd name="csY4" fmla="*/ 522907 h 522907"/>
              <a:gd name="csX5" fmla="*/ 119551 w 371192"/>
              <a:gd name="csY5" fmla="*/ 316785 h 522907"/>
              <a:gd name="csX6" fmla="*/ 32759 w 371192"/>
              <a:gd name="csY6" fmla="*/ 313576 h 522907"/>
              <a:gd name="csX7" fmla="*/ 201976 w 371192"/>
              <a:gd name="csY7" fmla="*/ 0 h 522907"/>
              <a:gd name="csX0" fmla="*/ 201976 w 371192"/>
              <a:gd name="csY0" fmla="*/ 0 h 522907"/>
              <a:gd name="csX1" fmla="*/ 371192 w 371192"/>
              <a:gd name="csY1" fmla="*/ 316785 h 522907"/>
              <a:gd name="csX2" fmla="*/ 251641 w 371192"/>
              <a:gd name="csY2" fmla="*/ 316785 h 522907"/>
              <a:gd name="csX3" fmla="*/ 371192 w 371192"/>
              <a:gd name="csY3" fmla="*/ 522907 h 522907"/>
              <a:gd name="csX4" fmla="*/ 0 w 371192"/>
              <a:gd name="csY4" fmla="*/ 522907 h 522907"/>
              <a:gd name="csX5" fmla="*/ 126571 w 371192"/>
              <a:gd name="csY5" fmla="*/ 313577 h 522907"/>
              <a:gd name="csX6" fmla="*/ 32759 w 371192"/>
              <a:gd name="csY6" fmla="*/ 313576 h 522907"/>
              <a:gd name="csX7" fmla="*/ 201976 w 371192"/>
              <a:gd name="csY7" fmla="*/ 0 h 522907"/>
              <a:gd name="csX0" fmla="*/ 201976 w 371192"/>
              <a:gd name="csY0" fmla="*/ 0 h 522907"/>
              <a:gd name="csX1" fmla="*/ 371192 w 371192"/>
              <a:gd name="csY1" fmla="*/ 316785 h 522907"/>
              <a:gd name="csX2" fmla="*/ 251641 w 371192"/>
              <a:gd name="csY2" fmla="*/ 316785 h 522907"/>
              <a:gd name="csX3" fmla="*/ 371192 w 371192"/>
              <a:gd name="csY3" fmla="*/ 522907 h 522907"/>
              <a:gd name="csX4" fmla="*/ 0 w 371192"/>
              <a:gd name="csY4" fmla="*/ 522907 h 522907"/>
              <a:gd name="csX5" fmla="*/ 126571 w 371192"/>
              <a:gd name="csY5" fmla="*/ 313577 h 522907"/>
              <a:gd name="csX6" fmla="*/ 65517 w 371192"/>
              <a:gd name="csY6" fmla="*/ 316784 h 522907"/>
              <a:gd name="csX7" fmla="*/ 201976 w 371192"/>
              <a:gd name="csY7" fmla="*/ 0 h 522907"/>
              <a:gd name="csX0" fmla="*/ 176237 w 345453"/>
              <a:gd name="csY0" fmla="*/ 0 h 522907"/>
              <a:gd name="csX1" fmla="*/ 345453 w 345453"/>
              <a:gd name="csY1" fmla="*/ 316785 h 522907"/>
              <a:gd name="csX2" fmla="*/ 225902 w 345453"/>
              <a:gd name="csY2" fmla="*/ 316785 h 522907"/>
              <a:gd name="csX3" fmla="*/ 345453 w 345453"/>
              <a:gd name="csY3" fmla="*/ 522907 h 522907"/>
              <a:gd name="csX4" fmla="*/ 0 w 345453"/>
              <a:gd name="csY4" fmla="*/ 522907 h 522907"/>
              <a:gd name="csX5" fmla="*/ 100832 w 345453"/>
              <a:gd name="csY5" fmla="*/ 313577 h 522907"/>
              <a:gd name="csX6" fmla="*/ 39778 w 345453"/>
              <a:gd name="csY6" fmla="*/ 316784 h 522907"/>
              <a:gd name="csX7" fmla="*/ 176237 w 345453"/>
              <a:gd name="csY7" fmla="*/ 0 h 522907"/>
              <a:gd name="csX0" fmla="*/ 194956 w 345453"/>
              <a:gd name="csY0" fmla="*/ 0 h 514887"/>
              <a:gd name="csX1" fmla="*/ 345453 w 345453"/>
              <a:gd name="csY1" fmla="*/ 308765 h 514887"/>
              <a:gd name="csX2" fmla="*/ 225902 w 345453"/>
              <a:gd name="csY2" fmla="*/ 308765 h 514887"/>
              <a:gd name="csX3" fmla="*/ 345453 w 345453"/>
              <a:gd name="csY3" fmla="*/ 514887 h 514887"/>
              <a:gd name="csX4" fmla="*/ 0 w 345453"/>
              <a:gd name="csY4" fmla="*/ 514887 h 514887"/>
              <a:gd name="csX5" fmla="*/ 100832 w 345453"/>
              <a:gd name="csY5" fmla="*/ 305557 h 514887"/>
              <a:gd name="csX6" fmla="*/ 39778 w 345453"/>
              <a:gd name="csY6" fmla="*/ 308764 h 514887"/>
              <a:gd name="csX7" fmla="*/ 194956 w 345453"/>
              <a:gd name="csY7" fmla="*/ 0 h 514887"/>
              <a:gd name="csX0" fmla="*/ 194956 w 345453"/>
              <a:gd name="csY0" fmla="*/ 0 h 514887"/>
              <a:gd name="csX1" fmla="*/ 345453 w 345453"/>
              <a:gd name="csY1" fmla="*/ 308765 h 514887"/>
              <a:gd name="csX2" fmla="*/ 225902 w 345453"/>
              <a:gd name="csY2" fmla="*/ 308765 h 514887"/>
              <a:gd name="csX3" fmla="*/ 345453 w 345453"/>
              <a:gd name="csY3" fmla="*/ 514887 h 514887"/>
              <a:gd name="csX4" fmla="*/ 0 w 345453"/>
              <a:gd name="csY4" fmla="*/ 514887 h 514887"/>
              <a:gd name="csX5" fmla="*/ 100832 w 345453"/>
              <a:gd name="csY5" fmla="*/ 305557 h 514887"/>
              <a:gd name="csX6" fmla="*/ 35097 w 345453"/>
              <a:gd name="csY6" fmla="*/ 308764 h 514887"/>
              <a:gd name="csX7" fmla="*/ 194956 w 345453"/>
              <a:gd name="csY7" fmla="*/ 0 h 514887"/>
              <a:gd name="csX0" fmla="*/ 194956 w 345453"/>
              <a:gd name="csY0" fmla="*/ 0 h 514887"/>
              <a:gd name="csX1" fmla="*/ 345453 w 345453"/>
              <a:gd name="csY1" fmla="*/ 308765 h 514887"/>
              <a:gd name="csX2" fmla="*/ 225902 w 345453"/>
              <a:gd name="csY2" fmla="*/ 308765 h 514887"/>
              <a:gd name="csX3" fmla="*/ 345453 w 345453"/>
              <a:gd name="csY3" fmla="*/ 514887 h 514887"/>
              <a:gd name="csX4" fmla="*/ 0 w 345453"/>
              <a:gd name="csY4" fmla="*/ 514887 h 514887"/>
              <a:gd name="csX5" fmla="*/ 100832 w 345453"/>
              <a:gd name="csY5" fmla="*/ 305557 h 514887"/>
              <a:gd name="csX6" fmla="*/ 35097 w 345453"/>
              <a:gd name="csY6" fmla="*/ 308764 h 514887"/>
              <a:gd name="csX7" fmla="*/ 194956 w 345453"/>
              <a:gd name="csY7" fmla="*/ 0 h 514887"/>
              <a:gd name="csX0" fmla="*/ 194956 w 345453"/>
              <a:gd name="csY0" fmla="*/ 0 h 514887"/>
              <a:gd name="csX1" fmla="*/ 345453 w 345453"/>
              <a:gd name="csY1" fmla="*/ 308765 h 514887"/>
              <a:gd name="csX2" fmla="*/ 225902 w 345453"/>
              <a:gd name="csY2" fmla="*/ 308765 h 514887"/>
              <a:gd name="csX3" fmla="*/ 345453 w 345453"/>
              <a:gd name="csY3" fmla="*/ 514887 h 514887"/>
              <a:gd name="csX4" fmla="*/ 0 w 345453"/>
              <a:gd name="csY4" fmla="*/ 514887 h 514887"/>
              <a:gd name="csX5" fmla="*/ 100832 w 345453"/>
              <a:gd name="csY5" fmla="*/ 305557 h 514887"/>
              <a:gd name="csX6" fmla="*/ 39777 w 345453"/>
              <a:gd name="csY6" fmla="*/ 303952 h 514887"/>
              <a:gd name="csX7" fmla="*/ 194956 w 345453"/>
              <a:gd name="csY7" fmla="*/ 0 h 5148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45453" h="514887">
                <a:moveTo>
                  <a:pt x="194956" y="0"/>
                </a:moveTo>
                <a:lnTo>
                  <a:pt x="345453" y="308765"/>
                </a:lnTo>
                <a:lnTo>
                  <a:pt x="225902" y="308765"/>
                </a:lnTo>
                <a:lnTo>
                  <a:pt x="345453" y="514887"/>
                </a:lnTo>
                <a:lnTo>
                  <a:pt x="0" y="514887"/>
                </a:lnTo>
                <a:lnTo>
                  <a:pt x="100832" y="305557"/>
                </a:lnTo>
                <a:lnTo>
                  <a:pt x="39777" y="303952"/>
                </a:lnTo>
                <a:cubicBezTo>
                  <a:pt x="101642" y="197288"/>
                  <a:pt x="133091" y="106664"/>
                  <a:pt x="194956" y="0"/>
                </a:cubicBezTo>
                <a:close/>
              </a:path>
            </a:pathLst>
          </a:custGeom>
          <a:solidFill>
            <a:srgbClr val="FF0000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4517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Ryan Whitehead</dc:creator>
  <cp:lastModifiedBy>Ryan Whitehead</cp:lastModifiedBy>
  <cp:revision>2</cp:revision>
  <dcterms:created xsi:type="dcterms:W3CDTF">2026-06-10T19:32:54Z</dcterms:created>
  <dcterms:modified xsi:type="dcterms:W3CDTF">2026-06-10T20:05:20Z</dcterms:modified>
</cp:coreProperties>
</file>