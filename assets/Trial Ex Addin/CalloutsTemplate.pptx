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handoutMasterIdLst>
    <p:handoutMasterId r:id="rId2"/>
  </p:handoutMaster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Objects="1">
      <p:cViewPr>
        <p:scale>
          <a:sx n="100" d="100"/>
          <a:sy n="100" d="100"/>
        </p:scale>
        <p:origin x="87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 showGuides="1">
      <p:cViewPr varScale="1">
        <p:scale>
          <a:sx n="82" d="100"/>
          <a:sy n="82" d="100"/>
        </p:scale>
        <p:origin x="301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11058F5-7705-ADA0-37FF-CA3A8CCD1FA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2AC5BF-2679-1727-31F8-356C74D009F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48928A-62EC-4D9D-BAF6-B6855253B655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A63062-D517-FB38-9BEB-AD597CF89F8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79CC6F-7661-E4D9-159F-8AF89DC5174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46B6A2-82A5-46B0-ADB3-87F866676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9286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496050"/>
            <a:ext cx="2743200" cy="244477"/>
          </a:xfrm>
        </p:spPr>
        <p:txBody>
          <a:bodyPr/>
          <a:lstStyle/>
          <a:p>
            <a:fld id="{06C01D40-A89F-4845-9CAE-60D57BA313FC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496050"/>
            <a:ext cx="4114800" cy="244477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496050"/>
            <a:ext cx="2743200" cy="244477"/>
          </a:xfrm>
        </p:spPr>
        <p:txBody>
          <a:bodyPr/>
          <a:lstStyle/>
          <a:p>
            <a:fld id="{48431EA0-3272-49CC-8BE4-D92A259140F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F74B5D-746A-A8DF-C7FD-C4A3648431FB}"/>
              </a:ext>
            </a:extLst>
          </p:cNvPr>
          <p:cNvSpPr>
            <a:spLocks/>
          </p:cNvSpPr>
          <p:nvPr/>
        </p:nvSpPr>
        <p:spPr>
          <a:xfrm>
            <a:off x="0" y="1"/>
            <a:ext cx="12192000" cy="57149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064D4CC7-FEB0-A246-0004-039841C8DE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0"/>
            <a:ext cx="12192000" cy="571500"/>
          </a:xfrm>
        </p:spPr>
        <p:txBody>
          <a:bodyPr anchor="ctr">
            <a:no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 algn="ctr">
              <a:buNone/>
              <a:defRPr sz="3200" b="1"/>
            </a:lvl2pPr>
            <a:lvl3pPr marL="914400" indent="0" algn="ctr">
              <a:buNone/>
              <a:defRPr sz="3200" b="1"/>
            </a:lvl3pPr>
            <a:lvl4pPr marL="1371600" indent="0" algn="ctr">
              <a:buNone/>
              <a:defRPr sz="3200" b="1"/>
            </a:lvl4pPr>
            <a:lvl5pPr marL="1828800" indent="0" algn="ctr">
              <a:buNone/>
              <a:defRPr sz="3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AD6943-CBD6-0C9D-2184-036B2C01D201}"/>
              </a:ext>
            </a:extLst>
          </p:cNvPr>
          <p:cNvSpPr/>
          <p:nvPr userDrawn="1"/>
        </p:nvSpPr>
        <p:spPr>
          <a:xfrm>
            <a:off x="457200" y="1031630"/>
            <a:ext cx="4148904" cy="53691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204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userDrawn="1">
          <p15:clr>
            <a:srgbClr val="FFC000"/>
          </p15:clr>
        </p15:guide>
        <p15:guide id="2" pos="7680" userDrawn="1">
          <p15:clr>
            <a:srgbClr val="FFC000"/>
          </p15:clr>
        </p15:guide>
        <p15:guide id="3" pos="144" userDrawn="1">
          <p15:clr>
            <a:srgbClr val="FFC000"/>
          </p15:clr>
        </p15:guide>
        <p15:guide id="4" pos="7536" userDrawn="1">
          <p15:clr>
            <a:srgbClr val="FFC000"/>
          </p15:clr>
        </p15:guide>
        <p15:guide id="5" orient="horz" userDrawn="1">
          <p15:clr>
            <a:srgbClr val="FFC000"/>
          </p15:clr>
        </p15:guide>
        <p15:guide id="6" orient="horz" pos="4320" userDrawn="1">
          <p15:clr>
            <a:srgbClr val="FFC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FE64B626-8A44-BF62-1C16-D6FE413D2400}"/>
              </a:ext>
            </a:extLst>
          </p:cNvPr>
          <p:cNvGrpSpPr/>
          <p:nvPr userDrawn="1"/>
        </p:nvGrpSpPr>
        <p:grpSpPr>
          <a:xfrm>
            <a:off x="457200" y="1031630"/>
            <a:ext cx="4386538" cy="5369170"/>
            <a:chOff x="219566" y="1031630"/>
            <a:chExt cx="4386538" cy="536917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F199715-DBB8-C880-6027-0AE2AAE22B96}"/>
                </a:ext>
              </a:extLst>
            </p:cNvPr>
            <p:cNvSpPr/>
            <p:nvPr userDrawn="1"/>
          </p:nvSpPr>
          <p:spPr>
            <a:xfrm>
              <a:off x="457200" y="1031630"/>
              <a:ext cx="4148904" cy="536917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BE2E6B7-9A2B-1DB8-A251-C3109898F8B8}"/>
                </a:ext>
              </a:extLst>
            </p:cNvPr>
            <p:cNvSpPr/>
            <p:nvPr userDrawn="1"/>
          </p:nvSpPr>
          <p:spPr>
            <a:xfrm>
              <a:off x="417596" y="1031630"/>
              <a:ext cx="4148904" cy="536917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24B53F6-F0AC-D271-1611-D9272228E840}"/>
                </a:ext>
              </a:extLst>
            </p:cNvPr>
            <p:cNvSpPr/>
            <p:nvPr userDrawn="1"/>
          </p:nvSpPr>
          <p:spPr>
            <a:xfrm>
              <a:off x="377990" y="1031630"/>
              <a:ext cx="4148904" cy="536917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E3F4A45-9DF1-2C77-FB5F-79732A02D5C6}"/>
                </a:ext>
              </a:extLst>
            </p:cNvPr>
            <p:cNvSpPr/>
            <p:nvPr userDrawn="1"/>
          </p:nvSpPr>
          <p:spPr>
            <a:xfrm>
              <a:off x="338384" y="1031630"/>
              <a:ext cx="4148904" cy="536917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4C049DB-E465-FB4F-F7DC-68E1ED179F01}"/>
                </a:ext>
              </a:extLst>
            </p:cNvPr>
            <p:cNvSpPr/>
            <p:nvPr userDrawn="1"/>
          </p:nvSpPr>
          <p:spPr>
            <a:xfrm>
              <a:off x="298778" y="1031630"/>
              <a:ext cx="4148904" cy="536917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C540B3D-8B34-65DF-78C0-89BB54492FA8}"/>
                </a:ext>
              </a:extLst>
            </p:cNvPr>
            <p:cNvSpPr/>
            <p:nvPr userDrawn="1"/>
          </p:nvSpPr>
          <p:spPr>
            <a:xfrm>
              <a:off x="259172" y="1031630"/>
              <a:ext cx="4148904" cy="536917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433F1EA-AAF8-1929-3C42-9F714E9C64B9}"/>
                </a:ext>
              </a:extLst>
            </p:cNvPr>
            <p:cNvSpPr/>
            <p:nvPr userDrawn="1"/>
          </p:nvSpPr>
          <p:spPr>
            <a:xfrm>
              <a:off x="219566" y="1031630"/>
              <a:ext cx="4148904" cy="536917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496050"/>
            <a:ext cx="2743200" cy="244477"/>
          </a:xfrm>
        </p:spPr>
        <p:txBody>
          <a:bodyPr/>
          <a:lstStyle/>
          <a:p>
            <a:fld id="{06C01D40-A89F-4845-9CAE-60D57BA313FC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496050"/>
            <a:ext cx="4114800" cy="244477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496050"/>
            <a:ext cx="2743200" cy="244477"/>
          </a:xfrm>
        </p:spPr>
        <p:txBody>
          <a:bodyPr/>
          <a:lstStyle/>
          <a:p>
            <a:fld id="{48431EA0-3272-49CC-8BE4-D92A259140F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F74B5D-746A-A8DF-C7FD-C4A3648431FB}"/>
              </a:ext>
            </a:extLst>
          </p:cNvPr>
          <p:cNvSpPr>
            <a:spLocks/>
          </p:cNvSpPr>
          <p:nvPr/>
        </p:nvSpPr>
        <p:spPr>
          <a:xfrm>
            <a:off x="0" y="1"/>
            <a:ext cx="12192000" cy="57149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064D4CC7-FEB0-A246-0004-039841C8DE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0"/>
            <a:ext cx="12192000" cy="571500"/>
          </a:xfrm>
        </p:spPr>
        <p:txBody>
          <a:bodyPr anchor="ctr">
            <a:no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 algn="ctr">
              <a:buNone/>
              <a:defRPr sz="3200" b="1"/>
            </a:lvl2pPr>
            <a:lvl3pPr marL="914400" indent="0" algn="ctr">
              <a:buNone/>
              <a:defRPr sz="3200" b="1"/>
            </a:lvl3pPr>
            <a:lvl4pPr marL="1371600" indent="0" algn="ctr">
              <a:buNone/>
              <a:defRPr sz="3200" b="1"/>
            </a:lvl4pPr>
            <a:lvl5pPr marL="1828800" indent="0" algn="ctr">
              <a:buNone/>
              <a:defRPr sz="3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82733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userDrawn="1">
          <p15:clr>
            <a:srgbClr val="FFC000"/>
          </p15:clr>
        </p15:guide>
        <p15:guide id="2" pos="7680" userDrawn="1">
          <p15:clr>
            <a:srgbClr val="FFC000"/>
          </p15:clr>
        </p15:guide>
        <p15:guide id="3" pos="144" userDrawn="1">
          <p15:clr>
            <a:srgbClr val="FFC000"/>
          </p15:clr>
        </p15:guide>
        <p15:guide id="4" pos="7536" userDrawn="1">
          <p15:clr>
            <a:srgbClr val="FFC000"/>
          </p15:clr>
        </p15:guide>
        <p15:guide id="5" orient="horz" userDrawn="1">
          <p15:clr>
            <a:srgbClr val="FFC000"/>
          </p15:clr>
        </p15:guide>
        <p15:guide id="6" orient="horz" pos="4320" userDrawn="1">
          <p15:clr>
            <a:srgbClr val="FFC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3B78387-1D8B-CDBD-86EB-98E1961D3F88}"/>
              </a:ext>
            </a:extLst>
          </p:cNvPr>
          <p:cNvSpPr/>
          <p:nvPr userDrawn="1"/>
        </p:nvSpPr>
        <p:spPr>
          <a:xfrm>
            <a:off x="457200" y="1632238"/>
            <a:ext cx="5369170" cy="41584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496050"/>
            <a:ext cx="2743200" cy="244477"/>
          </a:xfrm>
        </p:spPr>
        <p:txBody>
          <a:bodyPr/>
          <a:lstStyle/>
          <a:p>
            <a:fld id="{06C01D40-A89F-4845-9CAE-60D57BA313FC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496050"/>
            <a:ext cx="4114800" cy="244477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496050"/>
            <a:ext cx="2743200" cy="244477"/>
          </a:xfrm>
        </p:spPr>
        <p:txBody>
          <a:bodyPr/>
          <a:lstStyle/>
          <a:p>
            <a:fld id="{48431EA0-3272-49CC-8BE4-D92A259140F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F74B5D-746A-A8DF-C7FD-C4A3648431FB}"/>
              </a:ext>
            </a:extLst>
          </p:cNvPr>
          <p:cNvSpPr>
            <a:spLocks/>
          </p:cNvSpPr>
          <p:nvPr/>
        </p:nvSpPr>
        <p:spPr>
          <a:xfrm>
            <a:off x="0" y="1"/>
            <a:ext cx="12192000" cy="57149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064D4CC7-FEB0-A246-0004-039841C8DE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0"/>
            <a:ext cx="12192000" cy="571500"/>
          </a:xfrm>
        </p:spPr>
        <p:txBody>
          <a:bodyPr anchor="ctr">
            <a:no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 algn="ctr">
              <a:buNone/>
              <a:defRPr sz="3200" b="1"/>
            </a:lvl2pPr>
            <a:lvl3pPr marL="914400" indent="0" algn="ctr">
              <a:buNone/>
              <a:defRPr sz="3200" b="1"/>
            </a:lvl3pPr>
            <a:lvl4pPr marL="1371600" indent="0" algn="ctr">
              <a:buNone/>
              <a:defRPr sz="3200" b="1"/>
            </a:lvl4pPr>
            <a:lvl5pPr marL="1828800" indent="0" algn="ctr">
              <a:buNone/>
              <a:defRPr sz="3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4660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userDrawn="1">
          <p15:clr>
            <a:srgbClr val="FFC000"/>
          </p15:clr>
        </p15:guide>
        <p15:guide id="2" pos="7680" userDrawn="1">
          <p15:clr>
            <a:srgbClr val="FFC000"/>
          </p15:clr>
        </p15:guide>
        <p15:guide id="3" pos="144" userDrawn="1">
          <p15:clr>
            <a:srgbClr val="FFC000"/>
          </p15:clr>
        </p15:guide>
        <p15:guide id="4" pos="7536" userDrawn="1">
          <p15:clr>
            <a:srgbClr val="FFC000"/>
          </p15:clr>
        </p15:guide>
        <p15:guide id="5" orient="horz" userDrawn="1">
          <p15:clr>
            <a:srgbClr val="FFC000"/>
          </p15:clr>
        </p15:guide>
        <p15:guide id="6" orient="horz" pos="4320" userDrawn="1">
          <p15:clr>
            <a:srgbClr val="FFC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93DECC8F-31E7-3EEF-4D33-749A9741BCFA}"/>
              </a:ext>
            </a:extLst>
          </p:cNvPr>
          <p:cNvGrpSpPr/>
          <p:nvPr userDrawn="1"/>
        </p:nvGrpSpPr>
        <p:grpSpPr>
          <a:xfrm>
            <a:off x="457200" y="1632238"/>
            <a:ext cx="5594808" cy="4158430"/>
            <a:chOff x="222250" y="1632238"/>
            <a:chExt cx="5604120" cy="415842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44F71D5-BC23-55D0-1F1C-6A460911B7EE}"/>
                </a:ext>
              </a:extLst>
            </p:cNvPr>
            <p:cNvSpPr/>
            <p:nvPr userDrawn="1"/>
          </p:nvSpPr>
          <p:spPr>
            <a:xfrm>
              <a:off x="457200" y="1632238"/>
              <a:ext cx="5369170" cy="41584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DBCEF19-D100-DF6C-3442-D8BDA08DA1CF}"/>
                </a:ext>
              </a:extLst>
            </p:cNvPr>
            <p:cNvSpPr/>
            <p:nvPr userDrawn="1"/>
          </p:nvSpPr>
          <p:spPr>
            <a:xfrm>
              <a:off x="418040" y="1632238"/>
              <a:ext cx="5369170" cy="41584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7B56AE7-A3C0-BCC6-8703-D46A1F54AABF}"/>
                </a:ext>
              </a:extLst>
            </p:cNvPr>
            <p:cNvSpPr/>
            <p:nvPr userDrawn="1"/>
          </p:nvSpPr>
          <p:spPr>
            <a:xfrm>
              <a:off x="378882" y="1632238"/>
              <a:ext cx="5369170" cy="41584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8CD4FBA-931F-12AA-6B32-FDEE1861E2E5}"/>
                </a:ext>
              </a:extLst>
            </p:cNvPr>
            <p:cNvSpPr/>
            <p:nvPr userDrawn="1"/>
          </p:nvSpPr>
          <p:spPr>
            <a:xfrm>
              <a:off x="339724" y="1632238"/>
              <a:ext cx="5369170" cy="41584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3A1A407-07C5-B1E9-5A0B-A7A31D73E62D}"/>
                </a:ext>
              </a:extLst>
            </p:cNvPr>
            <p:cNvSpPr/>
            <p:nvPr userDrawn="1"/>
          </p:nvSpPr>
          <p:spPr>
            <a:xfrm>
              <a:off x="300566" y="1632238"/>
              <a:ext cx="5369170" cy="41584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A69C2CA-E1B0-E300-9AA4-B8D10073A5BE}"/>
                </a:ext>
              </a:extLst>
            </p:cNvPr>
            <p:cNvSpPr/>
            <p:nvPr userDrawn="1"/>
          </p:nvSpPr>
          <p:spPr>
            <a:xfrm>
              <a:off x="261408" y="1632238"/>
              <a:ext cx="5369170" cy="41584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7430894-5B50-2A89-F912-BB83547A577C}"/>
                </a:ext>
              </a:extLst>
            </p:cNvPr>
            <p:cNvSpPr/>
            <p:nvPr userDrawn="1"/>
          </p:nvSpPr>
          <p:spPr>
            <a:xfrm>
              <a:off x="222250" y="1632238"/>
              <a:ext cx="5369170" cy="41584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496050"/>
            <a:ext cx="2743200" cy="244477"/>
          </a:xfrm>
        </p:spPr>
        <p:txBody>
          <a:bodyPr/>
          <a:lstStyle/>
          <a:p>
            <a:fld id="{06C01D40-A89F-4845-9CAE-60D57BA313FC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496050"/>
            <a:ext cx="4114800" cy="244477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496050"/>
            <a:ext cx="2743200" cy="244477"/>
          </a:xfrm>
        </p:spPr>
        <p:txBody>
          <a:bodyPr/>
          <a:lstStyle/>
          <a:p>
            <a:fld id="{48431EA0-3272-49CC-8BE4-D92A259140F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F74B5D-746A-A8DF-C7FD-C4A3648431FB}"/>
              </a:ext>
            </a:extLst>
          </p:cNvPr>
          <p:cNvSpPr>
            <a:spLocks/>
          </p:cNvSpPr>
          <p:nvPr/>
        </p:nvSpPr>
        <p:spPr>
          <a:xfrm>
            <a:off x="0" y="1"/>
            <a:ext cx="12192000" cy="57149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064D4CC7-FEB0-A246-0004-039841C8DE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0"/>
            <a:ext cx="12192000" cy="571500"/>
          </a:xfrm>
        </p:spPr>
        <p:txBody>
          <a:bodyPr anchor="ctr">
            <a:no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 algn="ctr">
              <a:buNone/>
              <a:defRPr sz="3200" b="1"/>
            </a:lvl2pPr>
            <a:lvl3pPr marL="914400" indent="0" algn="ctr">
              <a:buNone/>
              <a:defRPr sz="3200" b="1"/>
            </a:lvl3pPr>
            <a:lvl4pPr marL="1371600" indent="0" algn="ctr">
              <a:buNone/>
              <a:defRPr sz="3200" b="1"/>
            </a:lvl4pPr>
            <a:lvl5pPr marL="1828800" indent="0" algn="ctr">
              <a:buNone/>
              <a:defRPr sz="3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91636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userDrawn="1">
          <p15:clr>
            <a:srgbClr val="FFC000"/>
          </p15:clr>
        </p15:guide>
        <p15:guide id="2" pos="7680" userDrawn="1">
          <p15:clr>
            <a:srgbClr val="FFC000"/>
          </p15:clr>
        </p15:guide>
        <p15:guide id="3" pos="144" userDrawn="1">
          <p15:clr>
            <a:srgbClr val="FFC000"/>
          </p15:clr>
        </p15:guide>
        <p15:guide id="4" pos="7536" userDrawn="1">
          <p15:clr>
            <a:srgbClr val="FFC000"/>
          </p15:clr>
        </p15:guide>
        <p15:guide id="5" orient="horz" userDrawn="1">
          <p15:clr>
            <a:srgbClr val="FFC000"/>
          </p15:clr>
        </p15:guide>
        <p15:guide id="6" orient="horz" pos="4320" userDrawn="1">
          <p15:clr>
            <a:srgbClr val="FFC00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5">
                <a:lumMod val="84000"/>
                <a:lumOff val="16000"/>
              </a:schemeClr>
            </a:gs>
            <a:gs pos="0">
              <a:schemeClr val="accent1">
                <a:lumMod val="16000"/>
                <a:lumOff val="84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C01D40-A89F-4845-9CAE-60D57BA313FC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431EA0-3272-49CC-8BE4-D92A25914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136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C54037"/>
          </p15:clr>
        </p15:guide>
        <p15:guide id="2" pos="7680">
          <p15:clr>
            <a:srgbClr val="C54037"/>
          </p15:clr>
        </p15:guide>
        <p15:guide id="3" pos="288">
          <p15:clr>
            <a:srgbClr val="C54037"/>
          </p15:clr>
        </p15:guide>
        <p15:guide id="4" pos="7392">
          <p15:clr>
            <a:srgbClr val="C54037"/>
          </p15:clr>
        </p15:guide>
        <p15:guide id="5" orient="horz">
          <p15:clr>
            <a:srgbClr val="C54037"/>
          </p15:clr>
        </p15:guide>
        <p15:guide id="6" orient="horz" pos="4320">
          <p15:clr>
            <a:srgbClr val="C54037"/>
          </p15:clr>
        </p15:guide>
        <p15:guide id="7" orient="horz" pos="360">
          <p15:clr>
            <a:srgbClr val="C54037"/>
          </p15:clr>
        </p15:guide>
        <p15:guide id="8" orient="horz" pos="4032">
          <p15:clr>
            <a:srgbClr val="C54037"/>
          </p15:clr>
        </p15:guide>
      </p15:sldGuideLst>
    </p:ext>
  </p:extLst>
</p:sldMaster>
</file>

<file path=ppt/theme/theme1.xml><?xml version="1.0" encoding="utf-8"?>
<a:theme xmlns:a="http://schemas.openxmlformats.org/drawingml/2006/main" name="TEI-LightBlu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I-LightBlue" id="{0472B07A-CBD1-4B01-9A96-F6E213017C65}" vid="{CEBEBD1D-449C-43FF-A018-6D0A6D0C39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TEI-LightBlue</Template>
  <TotalTime>63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Aptos</vt:lpstr>
      <vt:lpstr>Arial</vt:lpstr>
      <vt:lpstr>TEI-LightBlue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Whitehead</dc:creator>
  <cp:lastModifiedBy>Ryan Whitehead</cp:lastModifiedBy>
  <cp:revision>2</cp:revision>
  <dcterms:created xsi:type="dcterms:W3CDTF">2025-03-03T19:49:37Z</dcterms:created>
  <dcterms:modified xsi:type="dcterms:W3CDTF">2025-03-03T20:52:44Z</dcterms:modified>
</cp:coreProperties>
</file>