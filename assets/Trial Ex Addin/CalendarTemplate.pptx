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custShowLst>
    <p:custShow name="Sacral Wound Size" id="0">
      <p:sldLst/>
    </p:custShow>
    <p:custShow name="12/11/15" id="1">
      <p:sldLst/>
    </p:custShow>
    <p:custShow name="12/15/15" id="2">
      <p:sldLst/>
    </p:custShow>
    <p:custShow name="12/15/15 b" id="3">
      <p:sldLst/>
    </p:custShow>
    <p:custShow name="12/28/15" id="4">
      <p:sldLst/>
    </p:custShow>
    <p:custShow name="12/30/15" id="5">
      <p:sldLst/>
    </p:custShow>
    <p:custShow name="12/28/15 b" id="6">
      <p:sldLst/>
    </p:custShow>
    <p:custShow name="12/11/15 z" id="7">
      <p:sldLst/>
    </p:custShow>
  </p:custShow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3864"/>
    <a:srgbClr val="8FAADC"/>
    <a:srgbClr val="DAE3F3"/>
    <a:srgbClr val="DFE8EF"/>
    <a:srgbClr val="BFD9F9"/>
    <a:srgbClr val="CEE6EE"/>
    <a:srgbClr val="CAE3EC"/>
    <a:srgbClr val="89B9F3"/>
    <a:srgbClr val="67A5EF"/>
    <a:srgbClr val="1153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41" autoAdjust="0"/>
    <p:restoredTop sz="94660"/>
  </p:normalViewPr>
  <p:slideViewPr>
    <p:cSldViewPr snapToObjects="1" showGuides="1">
      <p:cViewPr varScale="1">
        <p:scale>
          <a:sx n="115" d="100"/>
          <a:sy n="115" d="100"/>
        </p:scale>
        <p:origin x="462" y="102"/>
      </p:cViewPr>
      <p:guideLst>
        <p:guide orient="horz" pos="24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1DADA6F3-67E5-4475-81B7-B7D88898CC74}" type="datetimeFigureOut">
              <a:rPr lang="en-US" smtClean="0"/>
              <a:pPr/>
              <a:t>6/30/2023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FBA7F0A8-7EFA-41FE-BE0E-40C7EBC0813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27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5F238-F1A3-69E3-A588-2DB6A3C23F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330199-F0DD-92D9-3C65-C13A520DF0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5B071-44C7-ECE1-0FD9-D8F57AE2E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01E45-B56E-481D-B0F4-C1EC4D7715B3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FEB46-0C3E-4CEA-B641-DC4965B2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0A4AAD-6866-37FA-FAB1-A3DAA601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20E2-730F-413C-8F74-278FCC5A1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465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6AC8F-F6FA-A1AB-20BA-C32624B66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FBA05-5AD7-3379-AF2E-0B38B2512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581F7-512D-1033-522A-738E5061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01E45-B56E-481D-B0F4-C1EC4D7715B3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DAE63-F5B2-CFC8-C490-8D1219691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5B72A-FBEF-C14E-BE19-782E3E77D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20E2-730F-413C-8F74-278FCC5A1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271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4B6D6-CEE4-9E70-A2C6-43C3E2EC2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D1016-288A-A1C4-1189-4EC4D20D6B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7AE8B-8D31-0E6F-AAD8-769195AD2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01E45-B56E-481D-B0F4-C1EC4D7715B3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BAC68-FAFB-993F-B8BA-042865F1B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95BA5-7CEF-A2C9-C7F1-F19FB4BA5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20E2-730F-413C-8F74-278FCC5A1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734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1FC09-EDB7-8134-9BD3-3F4EF9429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DC0E39-EF9C-D554-B390-4AD88676FB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90B459-B5D5-DA9F-7393-96BEF5A631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B0F03F-1EB1-A283-C2D6-D28D27530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01E45-B56E-481D-B0F4-C1EC4D7715B3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4D97CF-5CE1-4A20-AE1D-088A1B761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96B8F1-F3F4-F23F-183E-D594F8FD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20E2-730F-413C-8F74-278FCC5A1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65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E0BFB-24AD-1A0F-1A2D-EB2CC6D67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889B46-39F7-E293-4B31-7CBB6DE40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C2CF88-B2CB-7098-3735-92236CE652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BB6146-45E1-95EB-706A-0CCD1EBBD7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0201C2-2D18-C727-544A-793DFC4FDA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AC3C75-663A-F1BF-B247-FE8ED448D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01E45-B56E-481D-B0F4-C1EC4D7715B3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555E62-9567-E634-7A89-EC77A5D47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DAB02-B233-619D-E5CE-D314F9DDA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20E2-730F-413C-8F74-278FCC5A1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739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1A64C-3E0A-A30D-68F0-76AD4D03C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BEBE2F-F751-2EA0-79DA-851B65A4F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01E45-B56E-481D-B0F4-C1EC4D7715B3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11DA9E-AD47-F447-EE13-4EE0DBC90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CB0DD-BDD5-153C-FC14-4D1F7DA1B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20E2-730F-413C-8F74-278FCC5A1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958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3C4974-108D-E57F-0856-C98BD03F4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01E45-B56E-481D-B0F4-C1EC4D7715B3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E348D0-A5CB-3163-6A81-EB8DE8C2E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5AA0B-FB56-299D-A198-D9A914007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20E2-730F-413C-8F74-278FCC5A1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352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87AEB-F203-0C3D-302D-A5455543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4B891-ED73-3FAF-D724-EC913ACE7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DD845B-7C9A-460F-D376-49679E43B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C4D4B7-E1D1-7272-9A82-7FD9461E6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01E45-B56E-481D-B0F4-C1EC4D7715B3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5BC826-2F9C-6C97-E0DE-18159EAF3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D5FB0F-2E1A-672F-26CF-4DBAA483F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20E2-730F-413C-8F74-278FCC5A1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943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D59AD-C090-603D-ECC8-7F18B7D80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EED20E-BBF2-8CE2-A038-2804C456FC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13CDA8-2D29-2840-ED1B-B38CB436A8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078B33-52D3-8E1C-40A6-B1BE307B9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01E45-B56E-481D-B0F4-C1EC4D7715B3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D8A961-1C52-DDD0-03B5-57D1CBBA8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C19836-5B80-1B65-FB65-1F1652568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20E2-730F-413C-8F74-278FCC5A1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142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9BF2B-0E12-2646-F639-8A0E6BBD3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7966B4-8981-A5D0-FDDB-AEE7304503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01E74-632F-E0DF-5469-1EC4A46FC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01E45-B56E-481D-B0F4-C1EC4D7715B3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37377-2E17-8D81-9C72-5D5160BBB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89254B-760C-D8DA-31ED-C0AA1D6EF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20E2-730F-413C-8F74-278FCC5A1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210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3DC5CF-759E-EB06-51D5-98DC7AB250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FA2DA3-E7E0-213B-DBDF-15D7A9C53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844EC8-9DAD-456B-AD96-5B9C7337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01E45-B56E-481D-B0F4-C1EC4D7715B3}" type="datetimeFigureOut">
              <a:rPr lang="en-US" smtClean="0"/>
              <a:t>6/30/2023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73A2E9-4077-3DD2-5352-EF6EE028D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BCE4C-BB0B-4064-2A7E-D20517E7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420E2-730F-413C-8F74-278FCC5A1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9718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75000"/>
              </a:schemeClr>
            </a:gs>
            <a:gs pos="100000">
              <a:schemeClr val="accent1">
                <a:lumMod val="40000"/>
                <a:lumOff val="60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579261-21CA-4BBB-AE7A-7AFB116FF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8F9CE9-716B-8F0C-6EED-BA45CFA53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FBA20B-34B0-9B17-4E0E-B1035DA45C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CFB01E45-B56E-481D-B0F4-C1EC4D7715B3}" type="datetimeFigureOut">
              <a:rPr lang="en-US" smtClean="0"/>
              <a:pPr/>
              <a:t>6/30/2023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1960B-CAF4-432F-3364-15621EC679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4E35CB-BCB8-C425-95FB-7F02F2E161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4C4420E2-730F-413C-8F74-278FCC5A1C5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29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FEE48C83-3FEA-3B59-2F6C-53D4B4C975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8839025"/>
              </p:ext>
            </p:extLst>
          </p:nvPr>
        </p:nvGraphicFramePr>
        <p:xfrm>
          <a:off x="0" y="970742"/>
          <a:ext cx="12191998" cy="5887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714">
                  <a:extLst>
                    <a:ext uri="{9D8B030D-6E8A-4147-A177-3AD203B41FA5}">
                      <a16:colId xmlns:a16="http://schemas.microsoft.com/office/drawing/2014/main" val="727220512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1270185861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147429231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290980112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1263349742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3029372360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1865088270"/>
                    </a:ext>
                  </a:extLst>
                </a:gridCol>
              </a:tblGrid>
              <a:tr h="981210"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090527"/>
                  </a:ext>
                </a:extLst>
              </a:tr>
              <a:tr h="981210"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3352960"/>
                  </a:ext>
                </a:extLst>
              </a:tr>
              <a:tr h="981210"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0457330"/>
                  </a:ext>
                </a:extLst>
              </a:tr>
              <a:tr h="981210"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2860242"/>
                  </a:ext>
                </a:extLst>
              </a:tr>
              <a:tr h="981210"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4414697"/>
                  </a:ext>
                </a:extLst>
              </a:tr>
              <a:tr h="981210"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3801090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55730426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PTOOLSSELMANSQUARES" val="squares"/>
  <p:tag name="PPTOOLSSELMANDATES" val="Dates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1044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  <vt:variant>
        <vt:lpstr>Custom Shows</vt:lpstr>
      </vt:variant>
      <vt:variant>
        <vt:i4>8</vt:i4>
      </vt:variant>
    </vt:vector>
  </HeadingPairs>
  <TitlesOfParts>
    <vt:vector size="12" baseType="lpstr">
      <vt:lpstr>Arial</vt:lpstr>
      <vt:lpstr>Calibri Light</vt:lpstr>
      <vt:lpstr>Office Theme</vt:lpstr>
      <vt:lpstr>PowerPoint Presentation</vt:lpstr>
      <vt:lpstr>Sacral Wound Size</vt:lpstr>
      <vt:lpstr>12/11/15</vt:lpstr>
      <vt:lpstr>12/15/15</vt:lpstr>
      <vt:lpstr>12/15/15 b</vt:lpstr>
      <vt:lpstr>12/28/15</vt:lpstr>
      <vt:lpstr>12/30/15</vt:lpstr>
      <vt:lpstr>12/28/15 b</vt:lpstr>
      <vt:lpstr>12/11/15 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Ryan Whitehead</dc:creator>
  <cp:lastModifiedBy>Ryan Whitehead</cp:lastModifiedBy>
  <cp:revision>131</cp:revision>
  <dcterms:created xsi:type="dcterms:W3CDTF">2022-12-21T14:40:53Z</dcterms:created>
  <dcterms:modified xsi:type="dcterms:W3CDTF">2023-06-30T15:06:28Z</dcterms:modified>
</cp:coreProperties>
</file>