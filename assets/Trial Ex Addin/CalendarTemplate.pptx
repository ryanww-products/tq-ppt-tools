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custShowLst>
    <p:custShow name="Sacral Wound Size" id="0">
      <p:sldLst/>
    </p:custShow>
    <p:custShow name="12/11/15" id="1">
      <p:sldLst/>
    </p:custShow>
    <p:custShow name="12/15/15" id="2">
      <p:sldLst/>
    </p:custShow>
    <p:custShow name="12/15/15 b" id="3">
      <p:sldLst/>
    </p:custShow>
    <p:custShow name="12/28/15" id="4">
      <p:sldLst/>
    </p:custShow>
    <p:custShow name="12/30/15" id="5">
      <p:sldLst/>
    </p:custShow>
    <p:custShow name="12/28/15 b" id="6">
      <p:sldLst/>
    </p:custShow>
    <p:custShow name="12/11/15 z" id="7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203864"/>
    <a:srgbClr val="DAE3F3"/>
    <a:srgbClr val="DFE8EF"/>
    <a:srgbClr val="BFD9F9"/>
    <a:srgbClr val="CEE6EE"/>
    <a:srgbClr val="CAE3EC"/>
    <a:srgbClr val="89B9F3"/>
    <a:srgbClr val="67A5EF"/>
    <a:srgbClr val="115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 autoAdjust="0"/>
    <p:restoredTop sz="94660"/>
  </p:normalViewPr>
  <p:slideViewPr>
    <p:cSldViewPr snapToObjects="1" showGuides="1">
      <p:cViewPr>
        <p:scale>
          <a:sx n="75" d="100"/>
          <a:sy n="75" d="100"/>
        </p:scale>
        <p:origin x="1410" y="882"/>
      </p:cViewPr>
      <p:guideLst>
        <p:guide orient="horz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DADA6F3-67E5-4475-81B7-B7D88898CC74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BA7F0A8-7EFA-41FE-BE0E-40C7EBC081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2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F238-F1A3-69E3-A588-2DB6A3C23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30199-F0DD-92D9-3C65-C13A520DF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5B071-44C7-ECE1-0FD9-D8F57AE2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FEB46-0C3E-4CEA-B641-DC4965B2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A4AAD-6866-37FA-FAB1-A3DAA601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46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AC8F-F6FA-A1AB-20BA-C32624B6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BA05-5AD7-3379-AF2E-0B38B2512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581F7-512D-1033-522A-738E5061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AE63-F5B2-CFC8-C490-8D121969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5B72A-FBEF-C14E-BE19-782E3E77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B6D6-CEE4-9E70-A2C6-43C3E2EC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D1016-288A-A1C4-1189-4EC4D20D6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AE8B-8D31-0E6F-AAD8-769195AD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BAC68-FAFB-993F-B8BA-042865F1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5BA5-7CEF-A2C9-C7F1-F19FB4BA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FC09-EDB7-8134-9BD3-3F4EF942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C0E39-EF9C-D554-B390-4AD88676F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0B459-B5D5-DA9F-7393-96BEF5A6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0F03F-1EB1-A283-C2D6-D28D2753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97CF-5CE1-4A20-AE1D-088A1B76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6B8F1-F3F4-F23F-183E-D594F8FD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0BFB-24AD-1A0F-1A2D-EB2CC6D6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89B46-39F7-E293-4B31-7CBB6DE40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2CF88-B2CB-7098-3735-92236CE6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6146-45E1-95EB-706A-0CCD1EBBD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201C2-2D18-C727-544A-793DFC4FD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C3C75-663A-F1BF-B247-FE8ED448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55E62-9567-E634-7A89-EC77A5D4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DAB02-B233-619D-E5CE-D314F9DD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3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A64C-3E0A-A30D-68F0-76AD4D03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EBE2F-F751-2EA0-79DA-851B65A4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1DA9E-AD47-F447-EE13-4EE0DBC9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CB0DD-BDD5-153C-FC14-4D1F7DA1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C4974-108D-E57F-0856-C98BD03F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348D0-A5CB-3163-6A81-EB8DE8C2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AA0B-FB56-299D-A198-D9A91400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5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7AEB-F203-0C3D-302D-A5455543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4B891-ED73-3FAF-D724-EC913ACE7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D845B-7C9A-460F-D376-49679E43B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4D4B7-E1D1-7272-9A82-7FD9461E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BC826-2F9C-6C97-E0DE-18159EAF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5FB0F-2E1A-672F-26CF-4DBAA483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59AD-C090-603D-ECC8-7F18B7D8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ED20E-BBF2-8CE2-A038-2804C456F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3CDA8-2D29-2840-ED1B-B38CB43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78B33-52D3-8E1C-40A6-B1BE307B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8A961-1C52-DDD0-03B5-57D1CBBA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19836-5B80-1B65-FB65-1F165256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4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BF2B-0E12-2646-F639-8A0E6BBD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966B4-8981-A5D0-FDDB-AEE730450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1E74-632F-E0DF-5469-1EC4A46F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7377-2E17-8D81-9C72-5D5160BB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9254B-760C-D8DA-31ED-C0AA1D6E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1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DC5CF-759E-EB06-51D5-98DC7AB25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A2DA3-E7E0-213B-DBDF-15D7A9C53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44EC8-9DAD-456B-AD96-5B9C7337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1E45-B56E-481D-B0F4-C1EC4D7715B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3A2E9-4077-3DD2-5352-EF6EE028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BCE4C-BB0B-4064-2A7E-D20517E7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20E2-730F-413C-8F74-278FCC5A1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7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79261-21CA-4BBB-AE7A-7AFB116F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F9CE9-716B-8F0C-6EED-BA45CFA53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BA20B-34B0-9B17-4E0E-B1035DA45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FB01E45-B56E-481D-B0F4-C1EC4D7715B3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1960B-CAF4-432F-3364-15621EC67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E35CB-BCB8-C425-95FB-7F02F2E16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C4420E2-730F-413C-8F74-278FCC5A1C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2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alendarGrid">
            <a:extLst>
              <a:ext uri="{FF2B5EF4-FFF2-40B4-BE49-F238E27FC236}">
                <a16:creationId xmlns:a16="http://schemas.microsoft.com/office/drawing/2014/main" id="{FEE48C83-3FEA-3B59-2F6C-53D4B4C97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11669"/>
              </p:ext>
            </p:extLst>
          </p:nvPr>
        </p:nvGraphicFramePr>
        <p:xfrm>
          <a:off x="0" y="970742"/>
          <a:ext cx="12191998" cy="588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72722051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7018586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1474292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29098011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26334974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02937236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865088270"/>
                    </a:ext>
                  </a:extLst>
                </a:gridCol>
              </a:tblGrid>
              <a:tr h="98121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090527"/>
                  </a:ext>
                </a:extLst>
              </a:tr>
              <a:tr h="98121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352960"/>
                  </a:ext>
                </a:extLst>
              </a:tr>
              <a:tr h="98121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57330"/>
                  </a:ext>
                </a:extLst>
              </a:tr>
              <a:tr h="981210"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860242"/>
                  </a:ext>
                </a:extLst>
              </a:tr>
              <a:tr h="981210"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414697"/>
                  </a:ext>
                </a:extLst>
              </a:tr>
              <a:tr h="981210"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801090"/>
                  </a:ext>
                </a:extLst>
              </a:tr>
            </a:tbl>
          </a:graphicData>
        </a:graphic>
      </p:graphicFrame>
      <p:grpSp>
        <p:nvGrpSpPr>
          <p:cNvPr id="10" name="Weekbar">
            <a:extLst>
              <a:ext uri="{FF2B5EF4-FFF2-40B4-BE49-F238E27FC236}">
                <a16:creationId xmlns:a16="http://schemas.microsoft.com/office/drawing/2014/main" id="{4754E570-803B-5800-D917-4EBE5B22BC88}"/>
              </a:ext>
            </a:extLst>
          </p:cNvPr>
          <p:cNvGrpSpPr/>
          <p:nvPr/>
        </p:nvGrpSpPr>
        <p:grpSpPr>
          <a:xfrm>
            <a:off x="0" y="664052"/>
            <a:ext cx="12192000" cy="304800"/>
            <a:chOff x="0" y="655260"/>
            <a:chExt cx="12268200" cy="304800"/>
          </a:xfrm>
          <a:solidFill>
            <a:srgbClr val="8FAAD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Day1">
              <a:extLst>
                <a:ext uri="{FF2B5EF4-FFF2-40B4-BE49-F238E27FC236}">
                  <a16:creationId xmlns:a16="http://schemas.microsoft.com/office/drawing/2014/main" id="{97A8E4B7-430F-5E13-4FFF-E91C8C01F1C6}"/>
                </a:ext>
              </a:extLst>
            </p:cNvPr>
            <p:cNvSpPr/>
            <p:nvPr/>
          </p:nvSpPr>
          <p:spPr>
            <a:xfrm>
              <a:off x="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1</a:t>
              </a:r>
            </a:p>
          </p:txBody>
        </p:sp>
        <p:sp>
          <p:nvSpPr>
            <p:cNvPr id="3" name="Day2">
              <a:extLst>
                <a:ext uri="{FF2B5EF4-FFF2-40B4-BE49-F238E27FC236}">
                  <a16:creationId xmlns:a16="http://schemas.microsoft.com/office/drawing/2014/main" id="{1BDA7398-23AF-84D8-53CD-0890F573645B}"/>
                </a:ext>
              </a:extLst>
            </p:cNvPr>
            <p:cNvSpPr/>
            <p:nvPr/>
          </p:nvSpPr>
          <p:spPr>
            <a:xfrm>
              <a:off x="17526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2</a:t>
              </a:r>
            </a:p>
          </p:txBody>
        </p:sp>
        <p:sp>
          <p:nvSpPr>
            <p:cNvPr id="4" name="Day3">
              <a:extLst>
                <a:ext uri="{FF2B5EF4-FFF2-40B4-BE49-F238E27FC236}">
                  <a16:creationId xmlns:a16="http://schemas.microsoft.com/office/drawing/2014/main" id="{6A28A780-7128-EC98-E850-3DCAF6DEA07F}"/>
                </a:ext>
              </a:extLst>
            </p:cNvPr>
            <p:cNvSpPr/>
            <p:nvPr/>
          </p:nvSpPr>
          <p:spPr>
            <a:xfrm>
              <a:off x="35052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3</a:t>
              </a:r>
            </a:p>
          </p:txBody>
        </p:sp>
        <p:sp>
          <p:nvSpPr>
            <p:cNvPr id="6" name="Day4">
              <a:extLst>
                <a:ext uri="{FF2B5EF4-FFF2-40B4-BE49-F238E27FC236}">
                  <a16:creationId xmlns:a16="http://schemas.microsoft.com/office/drawing/2014/main" id="{0C641677-4258-032B-6D56-B723F9484F9D}"/>
                </a:ext>
              </a:extLst>
            </p:cNvPr>
            <p:cNvSpPr/>
            <p:nvPr/>
          </p:nvSpPr>
          <p:spPr>
            <a:xfrm>
              <a:off x="52578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4</a:t>
              </a:r>
            </a:p>
          </p:txBody>
        </p:sp>
        <p:sp>
          <p:nvSpPr>
            <p:cNvPr id="7" name="Day5">
              <a:extLst>
                <a:ext uri="{FF2B5EF4-FFF2-40B4-BE49-F238E27FC236}">
                  <a16:creationId xmlns:a16="http://schemas.microsoft.com/office/drawing/2014/main" id="{954A427E-D47B-2121-F360-920ADE5B5277}"/>
                </a:ext>
              </a:extLst>
            </p:cNvPr>
            <p:cNvSpPr/>
            <p:nvPr/>
          </p:nvSpPr>
          <p:spPr>
            <a:xfrm>
              <a:off x="70104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5</a:t>
              </a:r>
            </a:p>
          </p:txBody>
        </p:sp>
        <p:sp>
          <p:nvSpPr>
            <p:cNvPr id="8" name="Day6">
              <a:extLst>
                <a:ext uri="{FF2B5EF4-FFF2-40B4-BE49-F238E27FC236}">
                  <a16:creationId xmlns:a16="http://schemas.microsoft.com/office/drawing/2014/main" id="{0F97AB2C-4673-89E2-C698-6E7A6AF011FC}"/>
                </a:ext>
              </a:extLst>
            </p:cNvPr>
            <p:cNvSpPr/>
            <p:nvPr/>
          </p:nvSpPr>
          <p:spPr>
            <a:xfrm>
              <a:off x="87630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6</a:t>
              </a:r>
            </a:p>
          </p:txBody>
        </p:sp>
        <p:sp>
          <p:nvSpPr>
            <p:cNvPr id="9" name="Day7">
              <a:extLst>
                <a:ext uri="{FF2B5EF4-FFF2-40B4-BE49-F238E27FC236}">
                  <a16:creationId xmlns:a16="http://schemas.microsoft.com/office/drawing/2014/main" id="{34366F67-199B-9DBC-ADB6-760B0B95FED4}"/>
                </a:ext>
              </a:extLst>
            </p:cNvPr>
            <p:cNvSpPr/>
            <p:nvPr/>
          </p:nvSpPr>
          <p:spPr>
            <a:xfrm>
              <a:off x="10515600" y="655260"/>
              <a:ext cx="1752600" cy="30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DAY 7</a:t>
              </a:r>
            </a:p>
          </p:txBody>
        </p:sp>
      </p:grpSp>
      <p:sp>
        <p:nvSpPr>
          <p:cNvPr id="19" name="MonthTitle">
            <a:extLst>
              <a:ext uri="{FF2B5EF4-FFF2-40B4-BE49-F238E27FC236}">
                <a16:creationId xmlns:a16="http://schemas.microsoft.com/office/drawing/2014/main" id="{775E46A1-692E-BFB3-9932-1B0BD3F3D523}"/>
              </a:ext>
            </a:extLst>
          </p:cNvPr>
          <p:cNvSpPr/>
          <p:nvPr/>
        </p:nvSpPr>
        <p:spPr>
          <a:xfrm>
            <a:off x="0" y="0"/>
            <a:ext cx="12191998" cy="6552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Month 2099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304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OOLSSELMANSQUARES" val="squares"/>
  <p:tag name="PPTOOLSSELMANDATES" val="Dat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8</vt:i4>
      </vt:variant>
    </vt:vector>
  </HeadingPairs>
  <TitlesOfParts>
    <vt:vector size="12" baseType="lpstr">
      <vt:lpstr>Arial</vt:lpstr>
      <vt:lpstr>Calibri Light</vt:lpstr>
      <vt:lpstr>Office Theme</vt:lpstr>
      <vt:lpstr>PowerPoint Presentation</vt:lpstr>
      <vt:lpstr>Sacral Wound Size</vt:lpstr>
      <vt:lpstr>12/11/15</vt:lpstr>
      <vt:lpstr>12/15/15</vt:lpstr>
      <vt:lpstr>12/15/15 b</vt:lpstr>
      <vt:lpstr>12/28/15</vt:lpstr>
      <vt:lpstr>12/30/15</vt:lpstr>
      <vt:lpstr>12/28/15 b</vt:lpstr>
      <vt:lpstr>12/11/15 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133</cp:revision>
  <dcterms:created xsi:type="dcterms:W3CDTF">2022-12-21T14:40:53Z</dcterms:created>
  <dcterms:modified xsi:type="dcterms:W3CDTF">2026-06-24T18:31:01Z</dcterms:modified>
</cp:coreProperties>
</file>