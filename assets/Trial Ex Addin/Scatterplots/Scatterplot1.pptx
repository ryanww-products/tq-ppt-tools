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Objects="1" showGuides="1">
      <p:cViewPr varScale="1">
        <p:scale>
          <a:sx n="94" d="100"/>
          <a:sy n="94" d="100"/>
        </p:scale>
        <p:origin x="42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377724523564994E-2"/>
          <c:y val="2.9193642461358998E-2"/>
          <c:w val="0.95547643501084101"/>
          <c:h val="0.8976878584621368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0B0F0"/>
              </a:solidFill>
              <a:ln w="9525">
                <a:solidFill>
                  <a:srgbClr val="002060"/>
                </a:solidFill>
              </a:ln>
              <a:effectLst/>
            </c:spPr>
          </c:marker>
          <c:xVal>
            <c:numRef>
              <c:f>Sheet1!$A$2:$A$5</c:f>
              <c:numCache>
                <c:formatCode>[$-F400]h:mm:ss\ AM/PM</c:formatCode>
                <c:ptCount val="4"/>
                <c:pt idx="0">
                  <c:v>43831</c:v>
                </c:pt>
                <c:pt idx="1">
                  <c:v>43831.166666666664</c:v>
                </c:pt>
                <c:pt idx="2">
                  <c:v>43831.75</c:v>
                </c:pt>
                <c:pt idx="3">
                  <c:v>43832.9375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77</c:v>
                </c:pt>
                <c:pt idx="2">
                  <c:v>91</c:v>
                </c:pt>
                <c:pt idx="3">
                  <c:v>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7E3-4339-8B7F-FE7C1E7C0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09668160"/>
        <c:axId val="309673440"/>
      </c:scatterChart>
      <c:valAx>
        <c:axId val="309668160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[$-F400]h:mm:ss\ AM/PM" sourceLinked="1"/>
        <c:majorTickMark val="out"/>
        <c:minorTickMark val="none"/>
        <c:tickLblPos val="nextTo"/>
        <c:crossAx val="309673440"/>
        <c:crosses val="autoZero"/>
        <c:crossBetween val="midCat"/>
      </c:valAx>
      <c:valAx>
        <c:axId val="309673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9668160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F762CD-7CB1-4152-B50E-E144037952B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60DE5-9171-4A76-8BBA-FCAABA051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34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60DE5-9171-4A76-8BBA-FCAABA0513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64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B951-905E-74B1-647F-923B710DD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4E7E2-0EFA-072B-9F09-E28AEEFCA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24AC2-7DC9-F21F-09BF-B45E411B8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5BE23-37AE-CF88-D927-9901650A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8F2BA-6BC1-F330-912A-9336F3F4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C33BC-F0F6-DA7E-030F-C7C0F5032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AC5C5-D1B0-AF62-DAA2-60BCE33E6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44E7F-0AD4-796F-48AC-24EFFC5DB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DFB9-CAD2-4D7B-6267-ECB85A07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D6D58-532D-4614-30DA-9BA4F41C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67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B870-398A-CEAD-B6D4-B76862DB8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17428-07C1-A570-170B-3035F10BF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8909E-D3D6-3F32-D8C0-190C78EB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40B47-BC91-285B-4D23-64CE91AF3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7422E-1C38-389D-F4EF-93CEB4328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3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3E61-481F-68D5-6D46-AF57D6C9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1B8A-EF5A-CD95-EB97-746C673EC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E7639-FA7F-461F-293D-1C2FBCE70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DDE5B-9D7C-385E-F612-9321A393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D46FB-0B9D-4C11-19E3-E7CC4BBC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A8CF0-B27B-4A3C-DF37-6DF6DABE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6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14CAC-2A31-2733-9703-9A09C03A6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2B3EE-F351-37E3-191A-6098EE106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F5337-3BB9-4443-9B7D-3A1630471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EC649A-F4DF-6922-33B6-57BF54E4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29107E-B07E-106B-6036-A98EBC90B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310722-EC2D-94C0-7420-1B2E7692A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D5BD1-A3E9-A1E4-8BAF-68AE5F581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201A24-2B23-9BF3-0208-4310434E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46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A3E58-05F8-0DDF-230B-2B470449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B43B4D-D58C-653F-D80F-45D18E3A7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B5C084-762D-7EFE-7508-C2207705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8C979-A8C3-862F-2C81-1DE1A507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03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67F18-9557-DC92-CB22-5D141A7B8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BB4A8-2907-6EF5-F1A4-15A59B405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2CA3E-B6EE-91C8-875D-7505F8BD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92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C45D-E6CD-2ABE-09A8-77B7F4EC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62914-ED34-EEBE-614F-A36FE9023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A475A-A42A-D991-772D-9F6BB62DA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015E8-7BA7-0854-44FB-ED926AE4D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0B0E4-3B6F-DA0B-F874-62FF25320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F3235-A7BA-431F-9E04-88A8B940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70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75164-A95B-9C26-A295-93745DD8B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00E6A2-4892-E0C0-3BA1-A16EFF97A7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A64CE-7F19-B60A-FEA3-0CF4175DF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47C63-F700-5F8D-752A-82D2805B0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972D2-8849-6387-2CB3-9E308673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D9858-1F32-4008-C7C7-A7395C37F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41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43401-C3C8-42BA-6473-A1D20653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510C2E-2FE3-1CA7-4DA8-76B1ED722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F7416-EB40-02D7-E483-3BACDC418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5389F-328F-3132-2F08-E87612C4E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CFDB6-77FF-9CB8-D626-D41DFC64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8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6FE45D-5D8D-0D18-B7BB-085E7B328A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F68AFD-44E2-FF5F-0BF3-28E54D239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5E8CD-4BD9-2900-300A-2584CFCD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D262C-B745-9B15-BFD8-C49B38B12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6E741-67E5-5940-DD2F-51D7A5568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5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961240-CEC8-7710-FB16-334C668D9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2AF20-A02D-8FDA-0D3C-D7483111C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6F226-8CAD-D3C8-2AE3-E14C3482C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7E4A2-45C1-FD93-8009-B5727A8C7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BFC25-AA07-AF93-E567-69B32A0FF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79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VitalsGroup1">
            <a:extLst>
              <a:ext uri="{FF2B5EF4-FFF2-40B4-BE49-F238E27FC236}">
                <a16:creationId xmlns:a16="http://schemas.microsoft.com/office/drawing/2014/main" id="{18525992-DC9D-1C89-C4BB-11DF74FA36F0}"/>
              </a:ext>
            </a:extLst>
          </p:cNvPr>
          <p:cNvGrpSpPr/>
          <p:nvPr/>
        </p:nvGrpSpPr>
        <p:grpSpPr>
          <a:xfrm>
            <a:off x="83820" y="1092035"/>
            <a:ext cx="11816080" cy="4470565"/>
            <a:chOff x="83820" y="1092035"/>
            <a:chExt cx="12281401" cy="4470565"/>
          </a:xfrm>
        </p:grpSpPr>
        <p:sp>
          <p:nvSpPr>
            <p:cNvPr id="11" name="Vital1Tab">
              <a:extLst>
                <a:ext uri="{FF2B5EF4-FFF2-40B4-BE49-F238E27FC236}">
                  <a16:creationId xmlns:a16="http://schemas.microsoft.com/office/drawing/2014/main" id="{8E63A2C4-7199-4266-FEE7-35D46A5EEF73}"/>
                </a:ext>
              </a:extLst>
            </p:cNvPr>
            <p:cNvSpPr/>
            <p:nvPr/>
          </p:nvSpPr>
          <p:spPr>
            <a:xfrm>
              <a:off x="609600" y="1092035"/>
              <a:ext cx="2286000" cy="463387"/>
            </a:xfrm>
            <a:custGeom>
              <a:avLst/>
              <a:gdLst>
                <a:gd name="csX0" fmla="*/ 122797 w 2286000"/>
                <a:gd name="csY0" fmla="*/ 0 h 463387"/>
                <a:gd name="csX1" fmla="*/ 2163203 w 2286000"/>
                <a:gd name="csY1" fmla="*/ 0 h 463387"/>
                <a:gd name="csX2" fmla="*/ 2286000 w 2286000"/>
                <a:gd name="csY2" fmla="*/ 122797 h 463387"/>
                <a:gd name="csX3" fmla="*/ 2286000 w 2286000"/>
                <a:gd name="csY3" fmla="*/ 463387 h 463387"/>
                <a:gd name="csX4" fmla="*/ 0 w 2286000"/>
                <a:gd name="csY4" fmla="*/ 463387 h 463387"/>
                <a:gd name="csX5" fmla="*/ 0 w 2286000"/>
                <a:gd name="csY5" fmla="*/ 122797 h 463387"/>
                <a:gd name="csX6" fmla="*/ 122797 w 2286000"/>
                <a:gd name="csY6" fmla="*/ 0 h 4633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286000" h="463387">
                  <a:moveTo>
                    <a:pt x="122797" y="0"/>
                  </a:moveTo>
                  <a:lnTo>
                    <a:pt x="2163203" y="0"/>
                  </a:lnTo>
                  <a:cubicBezTo>
                    <a:pt x="2231022" y="0"/>
                    <a:pt x="2286000" y="54978"/>
                    <a:pt x="2286000" y="122797"/>
                  </a:cubicBezTo>
                  <a:lnTo>
                    <a:pt x="2286000" y="463387"/>
                  </a:lnTo>
                  <a:lnTo>
                    <a:pt x="0" y="463387"/>
                  </a:lnTo>
                  <a:lnTo>
                    <a:pt x="0" y="122797"/>
                  </a:lnTo>
                  <a:cubicBezTo>
                    <a:pt x="0" y="54978"/>
                    <a:pt x="54978" y="0"/>
                    <a:pt x="122797" y="0"/>
                  </a:cubicBezTo>
                  <a:close/>
                </a:path>
              </a:pathLst>
            </a:custGeom>
            <a:solidFill>
              <a:srgbClr val="E5E0D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91440" bIns="91440" anchor="ctr">
              <a:normAutofit fontScale="85000" lnSpcReduction="10000"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Blood Pressure</a:t>
              </a:r>
            </a:p>
          </p:txBody>
        </p:sp>
        <p:sp>
          <p:nvSpPr>
            <p:cNvPr id="7" name="ScatterBG1">
              <a:extLst>
                <a:ext uri="{FF2B5EF4-FFF2-40B4-BE49-F238E27FC236}">
                  <a16:creationId xmlns:a16="http://schemas.microsoft.com/office/drawing/2014/main" id="{216EF6E9-3B68-1BB6-83B2-A321049815D4}"/>
                </a:ext>
              </a:extLst>
            </p:cNvPr>
            <p:cNvSpPr/>
            <p:nvPr/>
          </p:nvSpPr>
          <p:spPr>
            <a:xfrm>
              <a:off x="567874" y="1555422"/>
              <a:ext cx="11741907" cy="3702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NormalRange1">
              <a:extLst>
                <a:ext uri="{FF2B5EF4-FFF2-40B4-BE49-F238E27FC236}">
                  <a16:creationId xmlns:a16="http://schemas.microsoft.com/office/drawing/2014/main" id="{9856F07A-7A5C-DA29-33B7-306431124B01}"/>
                </a:ext>
              </a:extLst>
            </p:cNvPr>
            <p:cNvSpPr/>
            <p:nvPr/>
          </p:nvSpPr>
          <p:spPr>
            <a:xfrm>
              <a:off x="567874" y="2667000"/>
              <a:ext cx="11741907" cy="9906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kern="1200" dirty="0"/>
            </a:p>
          </p:txBody>
        </p:sp>
        <p:graphicFrame>
          <p:nvGraphicFramePr>
            <p:cNvPr id="6" name="ScatterTemplate1">
              <a:extLst>
                <a:ext uri="{FF2B5EF4-FFF2-40B4-BE49-F238E27FC236}">
                  <a16:creationId xmlns:a16="http://schemas.microsoft.com/office/drawing/2014/main" id="{9AE044A1-2D4D-252C-D1F1-BE1DFBB4546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32520068"/>
                </p:ext>
              </p:extLst>
            </p:nvPr>
          </p:nvGraphicFramePr>
          <p:xfrm>
            <a:off x="83820" y="1447800"/>
            <a:ext cx="12281401" cy="41148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90316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Whitehead</dc:creator>
  <cp:lastModifiedBy>Ryan Whitehead</cp:lastModifiedBy>
  <cp:revision>11</cp:revision>
  <dcterms:created xsi:type="dcterms:W3CDTF">2026-03-05T21:08:14Z</dcterms:created>
  <dcterms:modified xsi:type="dcterms:W3CDTF">2026-03-09T19:38:40Z</dcterms:modified>
</cp:coreProperties>
</file>