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5553-8DFB-E2B1-7161-2817A7BD4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2AC97-6FA5-FF47-C4E6-B15DF0ECD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934B2-3C2F-4D5B-6CD2-67882BBD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9E17C-B4F3-3103-BDB3-478ED9A5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F4742-7E8D-446F-878F-B66E3900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1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5920-997D-7E52-E3C1-DA690482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2741-0BAF-5C6C-E77F-DA208061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AB12E-D64C-5A0D-622B-77AE9F72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FD090-6E58-0B08-43AE-B64587C9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361E6-95B2-CAB2-799B-89DB4E5F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2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0854-D3B8-6650-B357-B1E34F99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B532-DE2A-E790-3433-FE75F9CE3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85A02-6C2F-3669-44D0-08A30EF6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B6A79-81C6-B8ED-B4D4-FB1414A22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D1F33-F2CE-870C-0743-5ABA024D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3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F505-3D87-81ED-43FD-D44E0854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F0852-9A44-D6E1-F2F1-05017242C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13522-B6A5-92D9-E2AA-A094489E8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9DEE0-2219-5BED-C298-D467D229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EA8E5-1726-0CB4-101C-527E5C61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FBB86-6F8A-832F-4021-8EDB16CB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3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8B4E-CE31-1866-4DEB-20A5C379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E071E-EFCF-9C7A-F91E-3732DDF7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D7D5-4EED-2DC4-AB30-D2DDA43AA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D2561-D0E6-763F-8ECA-A8060AE10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0CB22-01E3-9143-BBB9-78FE1114D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4B643-516A-523E-D8CE-ABE774C3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8857C-9BBB-1F5D-A0B7-668028D98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7E026-73C8-AE33-00E0-E34423BB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8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E49C-B737-BE99-6DB4-D5B38C85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879D2-C569-7017-A8E7-5E0CE6A1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4C7C0-3E15-E7DC-67AB-140D4177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4178-4235-D230-1621-8DBB02CA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6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EAB2F-1F94-A5BE-916B-2D949824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972A6-0811-0779-E31C-493AA508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D288D-5C80-3A6A-5544-7D20B30A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4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EE00-4D12-D7F6-CF22-BB997477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1E8AB-1743-1F34-A1AF-AA8CCB66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BD3DB-21ED-DB63-8C40-2079930DA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EC89A-436A-4E88-8311-DAFBFCC0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85F4D-7EAF-F78E-E212-E108300FE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9925D-7E3B-F264-714F-22723682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7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7396-7441-38B1-6D3D-586E2ACAC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1A850-BBBD-01BC-3A4D-7399FEDCE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E8A80-F7EA-6D05-9C81-74B0A62D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1BD5C-8736-4F79-8ACF-A2CA0146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8723A-5745-5B2F-3B37-4F44C399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C6D1F-C271-6CA5-94C9-0EF9E35F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3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8674-EF68-0C67-0BB5-02830BF5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5E727-A59F-E3E2-E852-DAC4D25DC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F414F-2CF8-924C-9646-C2D7A314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05BC8-ADFB-6AA9-DC91-25B24C82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12DB0-A27D-8795-84CA-FFF2E56C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5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F2713-A2B7-0A21-E7B2-29534DE3A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2DFB8-7C42-7E9A-FF3B-C13810195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3846-0D7A-6115-34AC-D54B9876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E6CD4-5771-F13C-304D-25EBFD8D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FFF17-960F-0DEC-6C9C-5BC35D27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3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A426C-1B78-E39D-88AE-B3B9AC2B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75631-6654-822A-FA3E-57432B004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48FB8-1121-15DE-2683-690B3A62D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DC6FE-D594-4244-8E7A-35EE0D3455F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1F76-8862-E0FC-BB37-F9369F20B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28B87-E7C5-DF50-A45B-C52CE7E5F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9CD9F-CEFF-4D3C-9CE5-59B31B0A7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8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08658FE9-B966-806B-C57A-3FFFF57E9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419" y="2654084"/>
            <a:ext cx="5638800" cy="30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7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2025-10-29T20:12:30Z</dcterms:created>
  <dcterms:modified xsi:type="dcterms:W3CDTF">2025-10-29T20:12:30Z</dcterms:modified>
</cp:coreProperties>
</file>