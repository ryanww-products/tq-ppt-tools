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55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CB823-9610-4608-AF1F-8488F80B64BC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D16DB-10D2-48E3-8414-78415B6A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1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9E1DF-AB5B-46EE-AC5A-E3C826FA99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758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073F8-080E-6FD9-1F7F-4C8F28AF9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82F885-1842-2317-E16E-FADBB2B68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81E53-7AB4-BF46-5766-C7DB2CAA6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CFB0-8A19-4EF0-B4FE-D6E890B66666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EFABE-2340-9B7D-7425-992561AF9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55115-DA19-597B-C0B1-F16EE3CC3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3BC2D-BE37-453C-B6B6-97410E9B1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58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9AF6C-0DBE-3EA0-9F78-5E8F835F8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08D9C-41E8-FEDB-34BF-8396551B5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C86E3-0563-8308-30AF-A90B7FA06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CFB0-8A19-4EF0-B4FE-D6E890B66666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35EDA-4A72-4CFC-B674-2DAF6B8B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66BC6-925C-6405-1F63-4ED2B9B66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3BC2D-BE37-453C-B6B6-97410E9B1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166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2A433-12AB-E8D0-9654-2B1E5BDA6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85320-8A8F-87B0-7D79-A82F6516C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AE2D9-C097-A0B0-D2E3-ACD11674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CFB0-8A19-4EF0-B4FE-D6E890B66666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10A7E-46F0-C475-FD15-296388905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5A7E7-36D3-6A58-22DF-5E8134510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3BC2D-BE37-453C-B6B6-97410E9B1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08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4BE0B-E173-3ADD-030F-E20B71B38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CB4B9-A173-BE50-083D-0087B87FC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C27CB-BE59-D6CC-78C7-6C01CAD4E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E4398-E36C-074E-9E7F-202ACF235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CFB0-8A19-4EF0-B4FE-D6E890B66666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F78B6-EDA2-6B40-C12C-E06399289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9270F-5249-F0D5-FEB8-9723F13B4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3BC2D-BE37-453C-B6B6-97410E9B1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745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BA140-40DC-03FC-B09B-FE9E98E22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A4693-B2E9-DC31-70F8-000F69EF1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8DD34-F79D-7661-92E3-6A22AA7E6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8B676-C6F7-7F22-34E4-3547CFD9F2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AE286E-2F4B-1B1C-BB5F-DD6AA2033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612C1E-21CD-956F-FE13-DF8CE003F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CFB0-8A19-4EF0-B4FE-D6E890B66666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319A2-8DF4-4E45-DB31-31CA565FB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1338B6-76F3-B360-5FB8-A0ACFFB2F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3BC2D-BE37-453C-B6B6-97410E9B1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71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92F23-37F6-3E43-214F-65B781291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9C14C-0599-CCEE-70E6-192A9B215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CFB0-8A19-4EF0-B4FE-D6E890B66666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981E7E-A1A6-D4DC-F3FB-6E440AA5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5A4020-50CE-97E9-BDD7-95C706AB9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3BC2D-BE37-453C-B6B6-97410E9B1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260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06FEA9-B8BE-A70E-B8F5-87B07C04D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CFB0-8A19-4EF0-B4FE-D6E890B66666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CFD360-B463-5997-A0DD-49BE3239C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9AA4A-3C28-E023-8846-A8C2A59D6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3BC2D-BE37-453C-B6B6-97410E9B1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13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5B6A6-D359-B413-9719-E7D288A82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34ACA-3599-5F12-82C6-71F2615A8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09650-52B1-0DB1-35CB-8654A81B0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337A1-0BA6-6531-DCDD-3D966DC6C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CFB0-8A19-4EF0-B4FE-D6E890B66666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92526-A43A-DAD4-DEF3-370E079CD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E0067-1B05-79F0-1C3F-E30542975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3BC2D-BE37-453C-B6B6-97410E9B1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58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7C709-4F3B-D3C2-D9D8-325D6561F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9660C3-8CE4-D664-9AD9-DCCEC2DBBD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F3F7D7-7874-29BB-E32C-0635BCB42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BFCCB8-D046-6DDE-F06F-CEFCCD058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CFB0-8A19-4EF0-B4FE-D6E890B66666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4A897-2994-234B-2E80-C7F78E100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D0331-53FD-DB09-4C17-818982DB6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3BC2D-BE37-453C-B6B6-97410E9B1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626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D37DC-2BE1-5B99-B886-36C7E696D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28E003-2D8F-590F-5522-E7E2982D2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280E6-8EAB-9051-AA13-801E83D76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CFB0-8A19-4EF0-B4FE-D6E890B66666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E714A-7904-67C7-80A2-EE1D94C2F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F57EA-8926-FB0B-21C4-3137B82E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3BC2D-BE37-453C-B6B6-97410E9B1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24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BED55B-6CB3-6E13-E767-A8A4B7BF9A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51CA0C-5987-BFE9-D8C1-EFDE2977C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50609-52EE-0AD9-C0EC-618BFC66D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CFB0-8A19-4EF0-B4FE-D6E890B66666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32A17-72C7-D592-5FC2-9FBA8F9F4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015FA-A3CA-B708-9FD3-AA5F6011F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3BC2D-BE37-453C-B6B6-97410E9B1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34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2C109C-8BAE-EE16-2B2A-B22CEE356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44705-FD3B-3451-F284-4BC9950E4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DD0BF-77AD-A532-744A-2EEE17826D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CFB0-8A19-4EF0-B4FE-D6E890B66666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3943F-E436-C273-CD52-516015F258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6AFE9-21E3-18B1-80B7-36C7A610A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3BC2D-BE37-453C-B6B6-97410E9B1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32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9">
            <a:extLst>
              <a:ext uri="{FF2B5EF4-FFF2-40B4-BE49-F238E27FC236}">
                <a16:creationId xmlns:a16="http://schemas.microsoft.com/office/drawing/2014/main" id="{1650404D-485C-8CE3-77E8-420837099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3704" y="394972"/>
            <a:ext cx="8664591" cy="682279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AA998A-0724-5839-C7A5-F7D920465E47}"/>
              </a:ext>
            </a:extLst>
          </p:cNvPr>
          <p:cNvSpPr>
            <a:spLocks noGrp="1"/>
          </p:cNvSpPr>
          <p:nvPr/>
        </p:nvSpPr>
        <p:spPr>
          <a:xfrm>
            <a:off x="2285424" y="1235756"/>
            <a:ext cx="7621152" cy="5489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indent="-685800">
              <a:lnSpc>
                <a:spcPct val="100000"/>
              </a:lnSpc>
              <a:spcBef>
                <a:spcPts val="2400"/>
              </a:spcBef>
              <a:buSzPct val="200000"/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tx1"/>
                </a:solidFill>
                <a:effectLst/>
              </a:rPr>
              <a:t>Point A</a:t>
            </a:r>
          </a:p>
          <a:p>
            <a:pPr marL="685800" indent="-685800">
              <a:lnSpc>
                <a:spcPct val="100000"/>
              </a:lnSpc>
              <a:spcBef>
                <a:spcPts val="2400"/>
              </a:spcBef>
              <a:buSzPct val="200000"/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tx1"/>
                </a:solidFill>
                <a:effectLst/>
              </a:rPr>
              <a:t>Point B</a:t>
            </a:r>
          </a:p>
          <a:p>
            <a:pPr marL="685800" indent="-685800">
              <a:lnSpc>
                <a:spcPct val="100000"/>
              </a:lnSpc>
              <a:spcBef>
                <a:spcPts val="2400"/>
              </a:spcBef>
              <a:buSzPct val="200000"/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tx1"/>
                </a:solidFill>
                <a:effectLst/>
              </a:rPr>
              <a:t>Point C</a:t>
            </a:r>
          </a:p>
          <a:p>
            <a:pPr marL="685800" indent="-685800">
              <a:lnSpc>
                <a:spcPct val="100000"/>
              </a:lnSpc>
              <a:spcBef>
                <a:spcPts val="2400"/>
              </a:spcBef>
              <a:buSzPct val="200000"/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tx1"/>
                </a:solidFill>
                <a:effectLst/>
              </a:rPr>
              <a:t>Point D</a:t>
            </a:r>
          </a:p>
          <a:p>
            <a:pPr marL="685800" indent="-685800">
              <a:lnSpc>
                <a:spcPct val="100000"/>
              </a:lnSpc>
              <a:spcBef>
                <a:spcPts val="2400"/>
              </a:spcBef>
              <a:buSzPct val="200000"/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tx1"/>
                </a:solidFill>
                <a:effectLst/>
              </a:rPr>
              <a:t>Point 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4D510B4-BE21-C06C-6E10-8EE74490C0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33994" y="1509484"/>
            <a:ext cx="2231639" cy="32294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9816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Whitehead</dc:creator>
  <cp:lastModifiedBy>Ryan Whitehead</cp:lastModifiedBy>
  <cp:revision>1</cp:revision>
  <dcterms:created xsi:type="dcterms:W3CDTF">2024-01-03T14:32:57Z</dcterms:created>
  <dcterms:modified xsi:type="dcterms:W3CDTF">2024-01-03T14:33:00Z</dcterms:modified>
</cp:coreProperties>
</file>