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CDCE-B62A-A705-17B1-014D7E154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75D53-7205-B41F-205D-13486CE54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E3B00-7FAD-FBCA-B625-5BC99D94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35FBC-040D-46FB-29A1-EADD9BAD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93D0E-1113-74E2-6574-C972AA31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6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4747-7F27-7F58-B01A-89C532DA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3AFE-5FFA-431F-3DF1-6A6616E9A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9F315-B0E3-3B5B-FABF-5E8F99D4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4510E-B509-44F9-7EB8-A080B824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34EFB-6174-8211-1616-91987012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5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D23D-0E6C-159B-91BC-38FAEF01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5210D-54F4-46EC-2AB2-94CF92782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438B0-BA7C-1365-D223-F9E223DC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04805-9427-F069-2CD4-7748880B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D1C39-9C6B-B897-6040-979CC38C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B804-B611-AAF9-43CC-E6307233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EAEFA-B837-5B6C-F461-0761D14E6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F54E7-643A-C458-596C-319F16A8B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DC963-B49A-89C3-345F-7CF8F5E0E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F6520-71B1-2027-8A24-031D094BC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D8109-440C-6C32-8A03-F298FBE45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5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9C95-B2C1-5F7B-1471-60FAAA54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A895E-0497-59AE-AB3D-F8C397B07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C899E-77A1-AFF8-4319-4D7FB83F8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48CCC-AC2F-AB9E-4108-A9893671E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89A0F-6884-C281-8C7E-2100986CE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3FCBC-36A7-8185-5696-813A78BE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2552AA-2235-E0DC-7790-902663194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61E64-BCE5-5D59-BB82-1D45F577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7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147B-BC22-862E-27F3-96A57163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F2F9-49DB-4CFF-2B56-AF256E86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D8247-BD5B-02E4-E0D4-633ADB0D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C697A-FAB1-5978-2E74-0A61D62E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7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80545-980B-F8CE-0427-5CD53293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3C5D7-92AF-70D6-A862-9447DB077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7EFB9-42E2-C9F6-DA82-DCF0F4C5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1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7069-4A6B-25EA-A62A-33D10CC8F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93055-8DDD-01C1-9751-93FD602F3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6D88B-B6BA-0342-ABF2-3F2B1A58C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6EB57-DA8B-D985-195A-F49AB333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5B539-35E2-26AD-ED69-8EB7C5D9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FBFE6-FF8D-F922-11C0-6FD01832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1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D0EE-5F7B-50CD-D607-DA9F6020B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B6E222-695D-7E39-8B54-E38FE1DC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10F8E-3626-7F5F-69D9-A66E792B4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B4383-4D20-6BC1-F5CB-D5E3E15C3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FEF75-F15B-44E3-9DB5-F70BC2506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EF55A-835C-4FCD-70F1-1DB8DE4B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D581-86B0-BC7A-43F6-9D0BBEABC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28F70-6523-D24D-44D5-97AEEE530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DD6CE-12A0-94BD-6F5C-DDF1EA32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9A137-CCB6-73C2-9E40-43954663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76C2-2CE4-3C40-A8C8-C5DB32DC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2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CE2F46-127D-A57E-D851-4986F082BC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A0519-04D8-75D1-C91F-B6AA88230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EE696-BE84-8FED-8872-B3BDA19C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64EBE-8DA9-5367-4CC5-C242A591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A355-DB3B-42EB-09C7-C10FFFF1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4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96BEF-A129-6F13-58AC-941095AA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16912-472F-2079-917D-7F886F617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06FF5-2752-4F66-6969-B4434A3A0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E3707-A14D-4483-B44F-89C0764D464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18502-749B-6983-520A-464143B72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357B1-F438-2D34-7947-46098F710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9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3D0808-A972-F8DC-8BCB-9C8AC5A3D614}"/>
              </a:ext>
            </a:extLst>
          </p:cNvPr>
          <p:cNvSpPr txBox="1"/>
          <p:nvPr/>
        </p:nvSpPr>
        <p:spPr>
          <a:xfrm>
            <a:off x="139700" y="1650437"/>
            <a:ext cx="1198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ts val="600"/>
              </a:spcBef>
              <a:spcAft>
                <a:spcPts val="1800"/>
              </a:spcAft>
              <a:defRPr/>
            </a:pP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Top text goes here and should lead into the text below: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188016-04C5-6481-F721-3F7FE236DB5C}"/>
              </a:ext>
            </a:extLst>
          </p:cNvPr>
          <p:cNvGrpSpPr/>
          <p:nvPr/>
        </p:nvGrpSpPr>
        <p:grpSpPr>
          <a:xfrm>
            <a:off x="318237" y="2679232"/>
            <a:ext cx="11574379" cy="3200399"/>
            <a:chOff x="324850" y="2189746"/>
            <a:chExt cx="11574379" cy="3200399"/>
          </a:xfrm>
        </p:grpSpPr>
        <p:pic>
          <p:nvPicPr>
            <p:cNvPr id="6" name="Picture 5" descr="A white paper with black edges&#10;&#10;Description automatically generated">
              <a:extLst>
                <a:ext uri="{FF2B5EF4-FFF2-40B4-BE49-F238E27FC236}">
                  <a16:creationId xmlns:a16="http://schemas.microsoft.com/office/drawing/2014/main" id="{19A5617F-5E63-AD2C-578C-6AC484612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850" y="2189746"/>
              <a:ext cx="11574379" cy="32003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B45995-D94E-B674-BAC7-BDCC13F93035}"/>
                </a:ext>
              </a:extLst>
            </p:cNvPr>
            <p:cNvSpPr txBox="1"/>
            <p:nvPr/>
          </p:nvSpPr>
          <p:spPr>
            <a:xfrm>
              <a:off x="385008" y="2815389"/>
              <a:ext cx="11454063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Bottom text goes here 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Lorem ipsum dolor sit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amet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consectetur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adipiscing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elit, sed do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eiusmod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tempor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incididunt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ut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labore et dolore magna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aliqua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Vitae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congue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mauris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rhoncus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aenean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vel elit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scelerisque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mauris</a:t>
              </a:r>
              <a:r>
                <a:rPr lang="en-US" sz="2800" b="1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endParaRPr lang="en-US" sz="28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1EAA9A1-B1E7-A151-BC5A-D577415DDA84}"/>
              </a:ext>
            </a:extLst>
          </p:cNvPr>
          <p:cNvGrpSpPr/>
          <p:nvPr/>
        </p:nvGrpSpPr>
        <p:grpSpPr>
          <a:xfrm>
            <a:off x="9485846" y="4809967"/>
            <a:ext cx="2436849" cy="1815883"/>
            <a:chOff x="2112858" y="1770394"/>
            <a:chExt cx="4842727" cy="436544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6A339C7-F2B3-D2E0-9041-D333A84BB106}"/>
                </a:ext>
              </a:extLst>
            </p:cNvPr>
            <p:cNvGrpSpPr/>
            <p:nvPr/>
          </p:nvGrpSpPr>
          <p:grpSpPr>
            <a:xfrm>
              <a:off x="2890058" y="2441088"/>
              <a:ext cx="3358937" cy="531454"/>
              <a:chOff x="2131049" y="1803408"/>
              <a:chExt cx="4896763" cy="77477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3" name="Top left arm">
                <a:extLst>
                  <a:ext uri="{FF2B5EF4-FFF2-40B4-BE49-F238E27FC236}">
                    <a16:creationId xmlns:a16="http://schemas.microsoft.com/office/drawing/2014/main" id="{B64ECB50-5248-C451-7ACA-B591102C2C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131049" y="1803408"/>
                <a:ext cx="2377540" cy="774770"/>
              </a:xfrm>
              <a:prstGeom prst="rect">
                <a:avLst/>
              </a:prstGeom>
            </p:spPr>
          </p:pic>
          <p:pic>
            <p:nvPicPr>
              <p:cNvPr id="14" name="Top right arm">
                <a:extLst>
                  <a:ext uri="{FF2B5EF4-FFF2-40B4-BE49-F238E27FC236}">
                    <a16:creationId xmlns:a16="http://schemas.microsoft.com/office/drawing/2014/main" id="{42EB1CDC-D7BB-BEF3-794E-A6E152CE46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4650272" y="1803408"/>
                <a:ext cx="2377540" cy="774770"/>
              </a:xfrm>
              <a:prstGeom prst="rect">
                <a:avLst/>
              </a:prstGeom>
            </p:spPr>
          </p:pic>
        </p:grpSp>
        <p:pic>
          <p:nvPicPr>
            <p:cNvPr id="10" name="Middle">
              <a:extLst>
                <a:ext uri="{FF2B5EF4-FFF2-40B4-BE49-F238E27FC236}">
                  <a16:creationId xmlns:a16="http://schemas.microsoft.com/office/drawing/2014/main" id="{4D6BAFC4-3400-217E-E497-055F07DC4C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2078"/>
            <a:stretch/>
          </p:blipFill>
          <p:spPr>
            <a:xfrm>
              <a:off x="3751216" y="1770394"/>
              <a:ext cx="1641569" cy="436544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left scale">
              <a:extLst>
                <a:ext uri="{FF2B5EF4-FFF2-40B4-BE49-F238E27FC236}">
                  <a16:creationId xmlns:a16="http://schemas.microsoft.com/office/drawing/2014/main" id="{13E19656-AB0D-0244-7332-B85A239A1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12858" y="2870144"/>
              <a:ext cx="1602070" cy="246334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right scale">
              <a:extLst>
                <a:ext uri="{FF2B5EF4-FFF2-40B4-BE49-F238E27FC236}">
                  <a16:creationId xmlns:a16="http://schemas.microsoft.com/office/drawing/2014/main" id="{BC9A8F5C-B3E5-63FE-C962-04326AB19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353515" y="2870143"/>
              <a:ext cx="1602070" cy="246334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02300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2</cp:revision>
  <dcterms:created xsi:type="dcterms:W3CDTF">2024-01-02T22:19:24Z</dcterms:created>
  <dcterms:modified xsi:type="dcterms:W3CDTF">2024-01-03T14:13:03Z</dcterms:modified>
</cp:coreProperties>
</file>