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732E9-3BD2-55E8-0CF3-BEC1C3642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65FFD-5775-4E6A-23BA-0DDDC7A17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BC786-14AA-64F3-565E-B3C9E7F95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510-CF38-446F-9DBE-A346069342B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0C4A5-F3E8-6AE2-E535-B4706956B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AF2FE-FA38-17D0-3485-9FE111D94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38CA-8FB3-476A-BA04-13C7D4638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7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A1208-611C-0D93-76E6-2FDB83B12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3158C-2208-3C21-6247-388B8F839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2B364-0A0C-A1AB-3545-45C165E0F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510-CF38-446F-9DBE-A346069342B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A3AE8-E538-8386-7359-A79ED335E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31094-D500-1617-C163-50B217C5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38CA-8FB3-476A-BA04-13C7D4638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386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90044-68A4-60CD-E2AB-71B92563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F5539-2855-5958-61AC-587466DC1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55955-600B-ED1A-829C-A10242500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510-CF38-446F-9DBE-A346069342B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DC1E8-5C4E-3BDA-F16F-4C63AC45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E6F3B-20AD-6AE1-42B2-9F72C2FF7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38CA-8FB3-476A-BA04-13C7D4638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50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82674-B271-E725-6786-0F7EE2731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FD5DD-5C2A-7144-D4A7-97D6B868AF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CFA2A-7DC3-10AE-1A9C-F8FE498D13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5F003D-3391-91D9-1DCC-445585CE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510-CF38-446F-9DBE-A346069342B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6ED14-D084-FF56-CD82-BEE08657A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D4275-6893-1B7A-4035-BA37CCF4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38CA-8FB3-476A-BA04-13C7D4638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97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7CDDF-1473-A3A8-565C-E5438FBE8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B2EBD-6012-B08A-AD78-7A217EA9A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3720D-1E7E-116F-7F55-B94CFD2E6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8BBED0-152A-7905-3D24-E890DB98B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EBDB1A-37D3-1FC4-1D76-230A9ED69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6EA605-E361-677B-C611-9AC6F1D3F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510-CF38-446F-9DBE-A346069342B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930903-E2FB-C74E-03E0-F2FAB635D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250C22-6AE3-2574-746E-78966EFE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38CA-8FB3-476A-BA04-13C7D4638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5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9DAF4-1A65-6D4A-F863-D2B06DCA1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FB2A2-7CCE-4C4D-F84D-8FDD54BB0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510-CF38-446F-9DBE-A346069342B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B485E-1469-36F4-9C79-5849A56E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0B7A18-A551-2475-17AC-9735FEC36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38CA-8FB3-476A-BA04-13C7D4638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82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D64C46-2BF3-3983-366A-2514C19F6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510-CF38-446F-9DBE-A346069342B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608E9D-BDE2-4E55-82FB-C5DCBA28A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D3E0B-22EB-C172-B42D-1AED2DAF0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38CA-8FB3-476A-BA04-13C7D4638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406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AA66E-A5CC-0157-F26D-5B12DA8A7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6B1D-EF9D-C3EA-9840-259F28891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2916C-9CB7-60E0-9953-6310A9439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DEB6F-FC30-2FB6-38FC-60D716E59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510-CF38-446F-9DBE-A346069342B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3703B-2460-16F3-EA5C-51F74C263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E311A-22EF-E3DA-7535-3223008DB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38CA-8FB3-476A-BA04-13C7D4638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65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0CB76-4473-F184-0261-27867C3BB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0C1264-283E-FFD3-0653-C3998A32C0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CF90F-D115-A423-14B8-A3A211872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08E42-3CB7-3034-C935-0416E74CC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510-CF38-446F-9DBE-A346069342B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EA240-481B-2990-AAFC-E59221AC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E8BF3-1CF2-6AB7-6592-EEF55625E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38CA-8FB3-476A-BA04-13C7D4638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148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57C72-344D-59EE-18BE-ECCD5B591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E3C9ED-0722-B426-834A-1DE5EED08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BA5B8-0AB4-864B-D346-2D9049214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510-CF38-446F-9DBE-A346069342B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6917B-3898-2C88-30C2-B38D38D2F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841FE-3B6E-FF80-5026-ECE9C52D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38CA-8FB3-476A-BA04-13C7D4638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719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056AE8-AC65-C4AA-80D1-24458C805C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C81C12-F66D-F165-2218-614491A6F7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43DCF-0F5D-487C-975A-6A70B6EEF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510-CF38-446F-9DBE-A346069342B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9D17B-9474-E8C5-E406-A5601DB2C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06196-BCE8-6B34-6F19-657C74FF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38CA-8FB3-476A-BA04-13C7D4638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2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2DF874-8B10-E1B0-D4B3-1EC720B99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6C674-ADD3-014D-D11C-E5B16BAB8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98429-EC1A-D09C-FA7C-ECB744BF78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138510-CF38-446F-9DBE-A346069342B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8909B-B2DB-5938-548D-E226D7FE7A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38BB1-D0BC-6760-6A82-F57783034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6238CA-8FB3-476A-BA04-13C7D4638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4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2E744D-96B9-6B8C-7F74-7EA9CD6B1C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963" b="3705"/>
          <a:stretch>
            <a:fillRect/>
          </a:stretch>
        </p:blipFill>
        <p:spPr>
          <a:xfrm>
            <a:off x="-1" y="0"/>
            <a:ext cx="121920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483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Whitehead</dc:creator>
  <cp:lastModifiedBy>Ryan Whitehead</cp:lastModifiedBy>
  <cp:revision>1</cp:revision>
  <dcterms:created xsi:type="dcterms:W3CDTF">2025-08-08T15:54:51Z</dcterms:created>
  <dcterms:modified xsi:type="dcterms:W3CDTF">2025-08-08T15:54:51Z</dcterms:modified>
</cp:coreProperties>
</file>