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BC7A-40B4-95B6-8E78-9240FB3FF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6A110-11D7-FF81-E3A1-078502D2F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24CCF-F038-1F10-2C20-0EEBA3A3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3D77D-B77C-1215-3D00-C4694B1A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4D958-F305-F3EC-6559-8145A9B7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1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041C-33E8-82BB-DC40-193A2B39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34FE5-A825-991E-A94C-A12D3271E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F5A5-9421-E663-D06B-0BEA4198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BF3CA-940E-8D5F-942A-7100F15A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3D5EC-643F-530C-07B4-BE1A48D8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4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3A10-3EDC-B320-5324-11E636115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9E4F5-CDEF-EEA6-916B-6DCE55C72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3D58-6BB9-38B9-21ED-0C58E77EC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03B81-1E93-4E0E-AB9B-615807A5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D60EF-EB23-02AC-B1C9-26394B93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8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9727-76FD-5F60-804C-5F41652E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C3E7A-897C-57E8-EC90-1C6B4F342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56796-0116-7EB8-1D72-11802C044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FEC66-8429-8B51-1801-37C6F9D2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9C29E-9583-FABA-D95E-933D3FF6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B1BE3-6E76-975A-696E-2DB13122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6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DEEB-6279-DBF0-4874-91B27C6F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39531-756B-C975-8C90-3336C8215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45ACD-6F27-C3FC-A26E-A26D5C8C9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A649-0E20-2B15-9F79-BB950BF9D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075A3-D0A1-C0D5-10A3-4EBF6BEE9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E70E3-531A-BF56-0A1D-B0774111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0FE81-05C7-9BFA-8CB0-E91D544E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56E91-041D-D12D-F84C-662C7494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5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2101-7CD8-0A03-F511-85668833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BB1ED-7B58-4A81-6775-C033EFF5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E0AFF-AB42-595F-CC20-950A74C0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3C773-E0C4-5431-8ED5-F82C974BA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5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73A97-F345-10CE-90F1-7BDF9238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125CD-0457-3BDE-F277-B11CDD77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9CD69-CEFF-40B6-8F63-E6F3BD60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5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4855-D534-77B6-05EB-09F0DE10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7C94A-E255-5230-CABA-43DE8E5E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18A61-5277-B011-17F4-FA9166F10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DB49-F71B-69E4-09FA-C9E72024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89B40-E7C3-6DDD-E4EB-7B391BB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C28E4-2C65-C775-20E1-F0F9DD96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1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759E-1075-E9C6-F3A2-38B7AEC1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95CB8F-5FCB-AE5F-DDAF-2EDD5F316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400A4-8EF0-3233-72DD-C9A1CEA4A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55D43-8E5A-17ED-7C5A-238DAA16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C5E17-4C98-A436-0F32-29D37890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D935E-8BEB-E028-FB8C-3D01B8CA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94ED9-B8F7-4B47-A486-F2529037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A0B59-EAE7-44E0-6C45-63B5DE576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8E9AB-2268-787E-537D-E388A897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14B97-D617-E38F-D08D-F4028BF2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C926B-EFC6-49C4-5691-439F6838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0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953A8-A1AA-CE2C-D57D-84439D722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58A75-9E19-E2A8-2AD7-2D60AC07D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8CA6-F871-4888-6015-D636EC83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9B428-466C-FB2E-326F-8801156C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714D1-198A-4D72-29CF-205ED62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53217-4081-1BD4-B7B3-F5EC6244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C24F3-FFED-9AE4-4E09-017626462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0742B-39C0-4072-692A-CE5077524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4A01E-2BEC-4AD9-94E8-9F373DDE6A7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A5CCD-5A2F-3C94-A697-25E504A10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5C6EC-287F-F7EC-8E4A-6C8BD9FB5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E26F5-15CE-4910-B2A8-14ADCD5C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3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video game of a hospital hallway&#10;&#10;AI-generated content may be incorrect.">
            <a:extLst>
              <a:ext uri="{FF2B5EF4-FFF2-40B4-BE49-F238E27FC236}">
                <a16:creationId xmlns:a16="http://schemas.microsoft.com/office/drawing/2014/main" id="{BF34D2C7-A8D1-0E9F-F08D-AAC188FA9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5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2025-08-11T19:31:38Z</dcterms:created>
  <dcterms:modified xsi:type="dcterms:W3CDTF">2025-08-11T19:31:38Z</dcterms:modified>
</cp:coreProperties>
</file>