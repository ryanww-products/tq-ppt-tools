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C5A0-60B4-CD0C-9B61-08D4B9977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9DEFC-B96B-BFB4-FB78-F14E1C54A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8E213-6D4F-314A-A8CB-AFAB0E40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EE5B-8E78-22CF-1D6E-8D311DCC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3FAA-187B-158A-DA35-984A8896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4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7707-5B4F-CAD4-91C3-36A5FB13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1FC01-AD7C-17ED-12FD-AD5CC61F4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D3444-85E9-0BD8-DF6B-0F1111F7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2A7DA-E0C5-75F7-B34D-77EFEB5F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1258-8ACC-8A6C-B0B9-D8332B29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BFE9-FC6F-4A26-D74D-56B40152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855C2-1E55-30C7-EBE4-E0C98A120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8AB4C-01C6-E09B-37E1-165BA6A7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8F53-B7A4-B79B-3238-F26C4E42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028AE-5FD3-3FB0-46D1-B402078D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8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2590-0ACF-8274-769F-A22682B4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28564-4A6A-79D2-A94C-6E99F71F8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E35AF-A3A9-F313-9658-0DA04E665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2C9B5-1BE6-4920-FA7B-D381391D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04105-04B5-4936-2367-676565CC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FE3D0-1618-44B1-9447-F7D7A580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8791-8BF5-A817-EFF9-521D16C4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BB598-059D-71EA-2BC4-88DF25DAC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2B47B-8047-D49E-0582-91A1DE5F9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C7F62-EAF8-3555-0331-701858EBA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AB4D5-A239-3C3A-4EC0-9CC0B12B1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4BC19-FEF3-3D0A-2DAF-563A1A70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61239-807D-A989-B1F3-35249F5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1BFA4-ADB3-A1EE-A487-B550690E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34B4-FD09-3310-DB49-FCA2DF36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E1B27-129E-2278-3F19-DC708C3F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AB4CD-2E35-E20C-D6F9-0E15E49B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FCF6D-B683-C43A-85DA-1099B197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5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C9DD8-0E5F-19B0-0BD6-7F4AC20D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110A9-226D-87DA-99FF-84D4C98C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172B7-D256-4E30-573A-4B612F97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8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C6D4-28FF-FE16-E999-E916DB37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5C861-7F6A-0A37-42D2-542094AA0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CD0DA-E6B7-BB8A-A647-055877D51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52344-928D-1E55-D651-A4F0B676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4E86E-6E6B-3450-C2F0-8A791D9C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641EE-D1F6-0B2F-1620-93E58384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F72A-FEBE-2F17-C240-D4D03842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DED1B-530C-D54C-A908-7CA3E7E5C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9B725-9593-9AC8-1F7A-B9D6E3ADA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D05C8-4928-FD71-5D67-BDD239F4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69DA7-BFC2-F6FF-C3D9-E51200A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0CF57-C1E5-6D37-7740-249DDB90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6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1EC5-9093-48AD-A535-D6C98309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26B01-32BC-83EB-EBAE-53C283CA1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964CB-5B06-140A-820E-0ED940FC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28BE-326B-90AB-2C7E-6A396E22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016C-5D9B-9B70-0703-86D84DE7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0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9D03A-26DB-07EE-B872-99D3E9C37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BFE6C-84FD-654C-C910-BF657D37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19E99-8A41-0271-406C-2385290C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4B16D-47CE-6613-677F-9454BA25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C29-9361-1D91-C091-E0946C6D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9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88C0F-64C5-1BD3-29C8-796F7EDD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6FE9-D9EE-F879-3003-2B81A305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91E99-26C8-C6D5-0A13-E78239FBD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500CF-1CC7-4B24-888D-B496EE1F20B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19527-4109-0BF1-0D3F-3D1DB7F0A0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B99B2-12E7-F5C5-E89A-228085DDD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04E86-23A1-41C1-9C2C-ED3D87B2F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om with a door and red cross&#10;&#10;AI-generated content may be incorrect.">
            <a:extLst>
              <a:ext uri="{FF2B5EF4-FFF2-40B4-BE49-F238E27FC236}">
                <a16:creationId xmlns:a16="http://schemas.microsoft.com/office/drawing/2014/main" id="{39E42710-34C9-EADA-3181-653EB286A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" t="2128" r="2468" b="21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97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2025-08-08T15:56:12Z</dcterms:created>
  <dcterms:modified xsi:type="dcterms:W3CDTF">2025-08-08T15:56:13Z</dcterms:modified>
</cp:coreProperties>
</file>