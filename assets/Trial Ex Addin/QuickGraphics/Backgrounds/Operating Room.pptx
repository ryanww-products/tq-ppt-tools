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A659-5903-FCDE-8CC7-34BDD1F83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E0918-6F9C-D0E8-C87B-7590312CB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39E55-A995-893B-1E49-8FA4A931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63560-A6B5-CEA5-C56C-079D838C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EC961-6458-A8C5-5AD4-FF24F1DD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4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3BB2-98EC-3A9D-AF38-A725AE274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14742-5B46-7BAE-E9D2-99158AF71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47F98-601D-9AB1-F7DB-19DC17E3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E8A98-686C-ABC4-2034-D9C19CB4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65CF4-968B-9993-5FC0-147FEF39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3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5270-B0D9-47D2-40A6-107F84C3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DC6C-1299-9C4E-4DF4-07795B673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E023D-840B-379B-E2C5-C9724D8D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90CAF-2ABD-7812-686A-1A945E75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D8D1D-4229-BE5B-55D5-B091AE7C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4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6298-C838-293B-1FBD-1A3C75CF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81815-4CC0-3E7A-8C09-6538FD74B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45941-DF5E-5951-C417-1D6AED3E2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F4B6E-F2DA-5895-D0A8-8E9045CA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1B93D-4E76-79C9-9667-FA90DB8E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FEF8E-CEE7-50F9-0AA1-94291B5D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7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36CF-134B-8263-C544-BB69351E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B3298-C54A-4879-79D2-3C628617A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12253-EBD5-3A2C-B49A-5214ED448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56F32-E49A-B3B7-1D80-60A3F5AF9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86495-8DDC-E580-B402-C87A603EB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FB785-9651-5438-9E96-AC01DF15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00471-BFA7-4B38-9C7F-70708AF2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5019E-2EC8-F467-616D-38A082B6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6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24C0C-854D-4D65-60B8-2F7F3549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F227B3-29EB-E3FC-1CA0-1A89B86B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ED9FD-0622-2E33-9C6F-C4F6E0456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991C-467B-6AAE-BDEE-8392FB92B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8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F2DF5-C4AE-BFA7-329E-EC2B6610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50889-CD47-83AB-6235-FCB14BB20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C725-4BC3-025A-B972-5B1E19A0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95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16A4-DF82-892E-CB4E-60935B00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1F0F-44EC-ED0B-4584-F6DA27284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1F654-2CC6-F890-10B2-053F58D1C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A87B9-FEEE-FE04-1DF5-BBB6DCCB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2FA6A-6710-D73F-F9C8-6418298A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582FB-1E3E-A3AA-9B98-9374A699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9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A120-F422-4E42-95F4-F665BBF94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E6B93B-22C2-EB57-670B-D0D5B9206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9584F-E161-B36E-602E-1EF6B92E4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6BBF-AA9F-8CC5-079B-CE47850F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D428D-B84A-289E-BC5D-A9BFF3E8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90D5C-6BCD-80AB-98CB-1FC5F2D1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6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BAEE-5290-4612-3B96-E0903201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058EE-523F-4E3F-F44B-5D4B3C559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423FA-F60B-BD4F-5CE2-379CFB13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C15D4-9D8F-0D14-2840-106F50464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125D-CF41-D837-CCB5-14E52791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9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2A3DDC-072F-30FE-FA6B-98055CB51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5948E-5A1E-C2F1-7100-CC065AEDB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337F5-3151-2FDE-A58D-224D791A1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4E9EC-F209-D05F-5A7D-08DADEF9A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1E504-5F08-9672-19C1-8B2ED0ED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0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8EEF25-1C09-C208-E710-520C6196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1B664-FBEA-FDD2-D524-975840AA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4AE19-58AA-814D-3BFB-42DA3C159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B7BBC-6171-45E5-B841-C3A209D5972E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EC698-EE0B-E0BF-67C2-7C17E0DDB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B3AB1-B916-4F0B-03C5-529C0A20C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5EE14-E9B2-4555-A81D-A3F49E16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0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BC8CDF-8333-496C-8273-AECF53CF7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6" t="7547" r="906" b="754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5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1</cp:revision>
  <dcterms:created xsi:type="dcterms:W3CDTF">2025-08-08T15:55:16Z</dcterms:created>
  <dcterms:modified xsi:type="dcterms:W3CDTF">2025-08-08T15:55:16Z</dcterms:modified>
</cp:coreProperties>
</file>