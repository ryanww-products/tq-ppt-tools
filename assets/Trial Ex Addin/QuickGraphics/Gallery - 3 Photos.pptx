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55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4F4F2-B734-EC0F-5034-D3E9100CE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CA895-8119-A444-DCF4-E1D22231C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D8450-FC8F-81EE-8BAA-696781292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B9434-2D92-4C41-A1CC-024CDB0CCB8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28F7F-D28C-D91C-EDED-CA5307E2A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C045D-A280-DC13-87B9-6823720A5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B4660-3C6A-4148-B4E1-4C7ACBF2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58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A21D-FFB9-C6C2-380E-5DEABA6BE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B84BD-34DC-61C7-3921-5BE0FDD59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91021-05A9-CD96-EB01-D6FC7A7C7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B9434-2D92-4C41-A1CC-024CDB0CCB8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9F57E-A436-B62A-C406-FD83B8631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297A5-9BC1-A323-EB0E-D2B62E78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B4660-3C6A-4148-B4E1-4C7ACBF2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9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A6741-AD24-AE39-BF95-B45278F5D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95B10-3EC0-5E76-7F5C-C7A29DEEF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F9F79-992D-D7F3-58D7-3F423C7F7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B9434-2D92-4C41-A1CC-024CDB0CCB8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34A30-8450-792D-5B78-FBCD5CB91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7A9E2-D478-B5E3-45B5-CB9446C03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B4660-3C6A-4148-B4E1-4C7ACBF2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66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23252-37E9-F932-C2C7-2BA6B4BD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C82B6-6D9C-1167-8E43-7D47C5BEF9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D52B9-24A6-547F-AAB3-F9EE3D1B7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FAABCE-62C0-BB90-357F-651135800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B9434-2D92-4C41-A1CC-024CDB0CCB8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13468-825B-80B6-574B-4538D54A1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AEFFA-5178-AA63-7C63-4D6C79F58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B4660-3C6A-4148-B4E1-4C7ACBF2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92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5F91D-91E5-EBC9-F3DE-5AEEB471D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D066A-E73D-64C4-AED5-56667FB5F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897C3-F799-9575-10C4-4992AE020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C57961-7485-4C6E-54D4-617A289429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8FAB3-FAD5-13DE-EC25-BCEF89D8F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241FD7-0FD9-E65D-DB0B-64F1FA1EB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B9434-2D92-4C41-A1CC-024CDB0CCB8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1D9F01-DA00-B4E7-555E-D7B3D1ADE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B8228-11B0-E931-FA21-B6ECF338A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B4660-3C6A-4148-B4E1-4C7ACBF2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35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F0AE-EB26-9222-C61F-7D0D43A6C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2C2CFF-ADD5-FD69-9BF4-B7C5B33C7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B9434-2D92-4C41-A1CC-024CDB0CCB8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33C0F-5E0F-E144-7922-8E5F0AEEB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9F7BCB-348E-88AD-C1A0-F268C7D29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B4660-3C6A-4148-B4E1-4C7ACBF2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83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8ACBC3-E34D-CA13-05C4-F5C1656F2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B9434-2D92-4C41-A1CC-024CDB0CCB8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A8E72C-00A4-3A8B-1FDA-1B8D1A4C5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C7298-137A-15EB-DD5E-3853BDBC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B4660-3C6A-4148-B4E1-4C7ACBF2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67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9815C-9993-54B3-8CD9-8281ACFE9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16C3E-62E7-8339-938E-12ACDD13B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98CD6-7410-E9AA-ECE4-52661982B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0CA01-D724-4A15-75E1-93F0C213F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B9434-2D92-4C41-A1CC-024CDB0CCB8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110B3-7EDD-3B5D-1665-0CEAAAA95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BA75B-0CBE-1D4B-6669-E6A93D3B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B4660-3C6A-4148-B4E1-4C7ACBF2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F69C3-0BBB-4B88-AD20-6A34D940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440428-7906-8115-0287-EA89DBF0F0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FAFE3-16BB-1FF5-CFB5-A66182BF0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55BDF-2D81-3410-E9F6-B5C2CEDE8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B9434-2D92-4C41-A1CC-024CDB0CCB8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8883E-3AA1-2038-3144-CDD9C2D90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EE3BD-C705-E857-68EB-B59FEC5D6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B4660-3C6A-4148-B4E1-4C7ACBF2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6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299CC-4697-1832-6B98-CAF097559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E8728-BEB1-D7C4-DF92-10680D915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2D6E-69A9-E8C2-C2EC-A086AE77E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B9434-2D92-4C41-A1CC-024CDB0CCB8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54FC1-E841-5515-EC44-1F359037D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44CD-6F34-F72E-250E-1567695E1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B4660-3C6A-4148-B4E1-4C7ACBF2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21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4F7B2D-3EAC-8085-A941-00CF13D5E8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046967-48A2-856C-D35D-6ECC27BB97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92166-7BE6-0ECC-1096-9EBB0D59D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B9434-2D92-4C41-A1CC-024CDB0CCB8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9A024-5A48-81F7-0097-26200F2D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A4570-EC69-78F4-4E2A-01DAC09E2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B4660-3C6A-4148-B4E1-4C7ACBF2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64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7CDD13-6698-D185-3BA3-45BA345D6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D7083-7824-7BC8-73F0-0E688A48A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89E08-C2C8-4CC1-0358-DEC8029F2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B9434-2D92-4C41-A1CC-024CDB0CCB8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A89EF-2935-0ED2-EFD5-900C33820C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1A75D-0637-C8FF-E492-C37CA9103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B4660-3C6A-4148-B4E1-4C7ACBF2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7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845262A-F019-BFA3-9AEE-7941409F9DD7}"/>
              </a:ext>
            </a:extLst>
          </p:cNvPr>
          <p:cNvGrpSpPr/>
          <p:nvPr/>
        </p:nvGrpSpPr>
        <p:grpSpPr>
          <a:xfrm>
            <a:off x="8161246" y="1682117"/>
            <a:ext cx="3425339" cy="3463787"/>
            <a:chOff x="2951922" y="1818860"/>
            <a:chExt cx="2256182" cy="34637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471001-82E3-FC23-138F-1563675CF59E}"/>
                </a:ext>
              </a:extLst>
            </p:cNvPr>
            <p:cNvSpPr/>
            <p:nvPr/>
          </p:nvSpPr>
          <p:spPr>
            <a:xfrm>
              <a:off x="2951922" y="1818860"/>
              <a:ext cx="2256182" cy="286416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C8C3F2-3399-C4E0-FBFF-8A379FD77F5A}"/>
                </a:ext>
              </a:extLst>
            </p:cNvPr>
            <p:cNvSpPr/>
            <p:nvPr/>
          </p:nvSpPr>
          <p:spPr>
            <a:xfrm>
              <a:off x="2951922" y="4650752"/>
              <a:ext cx="2256182" cy="631895"/>
            </a:xfrm>
            <a:prstGeom prst="rect">
              <a:avLst/>
            </a:prstGeom>
            <a:solidFill>
              <a:srgbClr val="114A8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#3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9D54AA7-E1AB-4476-7F27-51D1B0848A50}"/>
              </a:ext>
            </a:extLst>
          </p:cNvPr>
          <p:cNvGrpSpPr/>
          <p:nvPr/>
        </p:nvGrpSpPr>
        <p:grpSpPr>
          <a:xfrm>
            <a:off x="4383330" y="1682117"/>
            <a:ext cx="3425339" cy="3463787"/>
            <a:chOff x="2951922" y="1818860"/>
            <a:chExt cx="2256182" cy="34637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F5BC7BD-BA04-56B0-06E8-A0FD2CBB0A0F}"/>
                </a:ext>
              </a:extLst>
            </p:cNvPr>
            <p:cNvSpPr/>
            <p:nvPr/>
          </p:nvSpPr>
          <p:spPr>
            <a:xfrm>
              <a:off x="2951922" y="1818860"/>
              <a:ext cx="2256182" cy="286416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B3212D-3B44-620F-6CE4-8C6EC3285618}"/>
                </a:ext>
              </a:extLst>
            </p:cNvPr>
            <p:cNvSpPr/>
            <p:nvPr/>
          </p:nvSpPr>
          <p:spPr>
            <a:xfrm>
              <a:off x="2951922" y="4650752"/>
              <a:ext cx="2256182" cy="631895"/>
            </a:xfrm>
            <a:prstGeom prst="rect">
              <a:avLst/>
            </a:prstGeom>
            <a:solidFill>
              <a:srgbClr val="114A8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#2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A6A7FCB-EB7D-30AA-5FD2-1EB653ABBF91}"/>
              </a:ext>
            </a:extLst>
          </p:cNvPr>
          <p:cNvGrpSpPr/>
          <p:nvPr/>
        </p:nvGrpSpPr>
        <p:grpSpPr>
          <a:xfrm>
            <a:off x="605415" y="1712097"/>
            <a:ext cx="3425339" cy="3463787"/>
            <a:chOff x="2951922" y="1818860"/>
            <a:chExt cx="2256182" cy="34637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6977BB-7017-34E3-11C4-26562B59349C}"/>
                </a:ext>
              </a:extLst>
            </p:cNvPr>
            <p:cNvSpPr/>
            <p:nvPr/>
          </p:nvSpPr>
          <p:spPr>
            <a:xfrm>
              <a:off x="2951922" y="1818860"/>
              <a:ext cx="2256182" cy="286416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58B5C01-55F6-CEE3-6440-0863E177E397}"/>
                </a:ext>
              </a:extLst>
            </p:cNvPr>
            <p:cNvSpPr/>
            <p:nvPr/>
          </p:nvSpPr>
          <p:spPr>
            <a:xfrm>
              <a:off x="2951922" y="4650752"/>
              <a:ext cx="2256182" cy="631895"/>
            </a:xfrm>
            <a:prstGeom prst="rect">
              <a:avLst/>
            </a:prstGeom>
            <a:solidFill>
              <a:srgbClr val="114A8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#1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8978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1</cp:revision>
  <dcterms:created xsi:type="dcterms:W3CDTF">2024-01-03T14:39:03Z</dcterms:created>
  <dcterms:modified xsi:type="dcterms:W3CDTF">2024-01-03T14:39:07Z</dcterms:modified>
</cp:coreProperties>
</file>