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3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82A26-C9C2-C6A7-6001-3C273CC71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B2327-EED9-6232-2ECB-E883625B6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5F22D-6E00-18D7-561E-0B8EFFCC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5709F-FBB0-DE5B-4A7A-9DBAD2CC5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EEC63-4B74-A2CD-CE78-5865D5250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16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5EF93-B4DB-6217-99EC-7AE4154F5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D1F7B-BBEE-8B2A-92C6-FA5A51CF6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FA7EF-8A26-2C06-F3A6-F34D3445B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BA2C7-C1A3-B234-3E9A-14E500AA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04B51-8242-ED90-67C2-FFA84E35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2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A496-AFA7-4BF9-A598-C7BD750B0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66995-93CF-9D7C-7EBA-3A4F4985C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C61DB-7192-ECC8-1B35-2F154AED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E471A-76F5-B0BF-5D67-D1AEAEA44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C84DF-06E2-7DCA-FD19-095399C7F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25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8CE4-9049-C802-1ABD-6CBBA018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4F74C-AC41-0EB8-13FB-211030DF5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56D5A-1828-147B-D70D-97F648301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AA1F5-B0CC-BBE6-AF01-73D5AFB7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2448B-C5B3-3AD5-AF83-CF0BE3107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2FF2E-5E51-6FA4-E29D-27905433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6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25CC8-41D5-1908-7FC8-94A532B19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33932-337D-ED92-472D-ED67859C4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A84BC-BF4C-640E-1663-F3470896A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71179-8C2B-D6F7-D8F1-6A0B8D043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646785-533D-5F5B-3049-F1FFEE1287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08AB34-2A73-A5B9-20A8-A8866F4C9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58AB26-5B60-5F94-5552-09D423030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E0D44F-3145-C070-A270-01E956546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31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6926D-A4AE-E49A-C494-92178911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D3D0B-6D04-ECDB-FAAA-3E88CFD9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C2927-31B9-5EEE-B863-C08CBD491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2BA7C-01C2-15FF-2D19-54687DE2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668636-761B-2806-7FB3-B4F80268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3BC38-A103-3C5C-C4E4-A6DAE43A8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E3C84-73FC-902D-22E3-30A6F9A40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80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893A-4D62-B13E-BEE7-6D4FA444C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E6B85-8E81-1047-E526-AB128C97B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F673B-E014-49DA-3750-2B05F8FAE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D9F1E-B0D2-2166-CB17-FF0D9686D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AA16E-C553-B7E5-8950-35AE13DAB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F2488-FCD7-7C29-2819-E1EDCBEE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9B17-855C-DAC6-B7FF-2B97BCC39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43E576-003F-F30B-CF12-101BC3503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2D1EB-79F6-7F04-4FC4-8150B9300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714FD-AF19-5961-7DB3-4100F893A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8CA74-744E-7065-F2E8-639914C9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73751-C2F3-688D-29A7-F15CED85E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76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B048-47D0-4E0C-933B-079CD169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D0974-2DEA-EA8F-2316-F7A7C8CDF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D63C9-688C-94CE-D580-98AD0B055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80A3F-8E22-BF17-2508-D1FE93D81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F57B5-D13D-403D-5586-5C3778C3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1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967C6B-4007-34F2-6823-E1F78189C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C8712-C473-4036-B9E0-2A4DC435E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9A4D2-8A82-C75A-6347-C08F317B4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3754B-B20D-A8D9-9B5A-A9A6E922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8C945-DE6D-E04F-CD94-134B2687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6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33894-17E1-0A39-907D-2DB511859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35F94-EF3E-1E41-4B75-40FC0DDD7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A3430-4449-D165-7FD8-492E6E044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D9F5D-95E9-A9B5-B213-007C44A62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D4CED-DA9C-8759-333A-2B79EF475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cale, device, light, lamp&#10;&#10;Description automatically generated">
            <a:extLst>
              <a:ext uri="{FF2B5EF4-FFF2-40B4-BE49-F238E27FC236}">
                <a16:creationId xmlns:a16="http://schemas.microsoft.com/office/drawing/2014/main" id="{7B811803-6957-715F-9296-3C79636A23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0"/>
          <a:stretch/>
        </p:blipFill>
        <p:spPr>
          <a:xfrm>
            <a:off x="8487059" y="3949700"/>
            <a:ext cx="3515400" cy="30082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3C860C7-23ED-AC73-8113-827857B460B4}"/>
              </a:ext>
            </a:extLst>
          </p:cNvPr>
          <p:cNvGrpSpPr/>
          <p:nvPr/>
        </p:nvGrpSpPr>
        <p:grpSpPr>
          <a:xfrm>
            <a:off x="189541" y="1910961"/>
            <a:ext cx="11544908" cy="1060237"/>
            <a:chOff x="253392" y="2368762"/>
            <a:chExt cx="11544908" cy="106023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23CEFCF-DABC-C14E-3EBE-E504A263E15D}"/>
                </a:ext>
              </a:extLst>
            </p:cNvPr>
            <p:cNvSpPr/>
            <p:nvPr/>
          </p:nvSpPr>
          <p:spPr>
            <a:xfrm>
              <a:off x="253392" y="2368762"/>
              <a:ext cx="1162428" cy="1060237"/>
            </a:xfrm>
            <a:prstGeom prst="rect">
              <a:avLst/>
            </a:prstGeom>
            <a:solidFill>
              <a:srgbClr val="114A8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7B6B2A-BAE0-CEDC-C237-72C9118F7F72}"/>
                </a:ext>
              </a:extLst>
            </p:cNvPr>
            <p:cNvSpPr/>
            <p:nvPr/>
          </p:nvSpPr>
          <p:spPr>
            <a:xfrm>
              <a:off x="1415820" y="2368762"/>
              <a:ext cx="10382480" cy="106023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Ac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tortor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dignissim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convallis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aenean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et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tortor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at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risus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. </a:t>
              </a:r>
              <a:b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</a:b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Eget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felis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eget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nunc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lobortis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mattis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?</a:t>
              </a:r>
              <a:endPara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Graphic 5">
            <a:extLst>
              <a:ext uri="{FF2B5EF4-FFF2-40B4-BE49-F238E27FC236}">
                <a16:creationId xmlns:a16="http://schemas.microsoft.com/office/drawing/2014/main" id="{3E73E76D-2C51-AB06-430C-699C1A875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471344" y="2593565"/>
            <a:ext cx="5200650" cy="1885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raphic 14">
            <a:extLst>
              <a:ext uri="{FF2B5EF4-FFF2-40B4-BE49-F238E27FC236}">
                <a16:creationId xmlns:a16="http://schemas.microsoft.com/office/drawing/2014/main" id="{88DFA174-2ED6-BC0A-347D-B01F0E228C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00013" y="2593565"/>
            <a:ext cx="5200650" cy="1885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DAAF27-14F6-CBBA-7487-0769F9A1F1B0}"/>
              </a:ext>
            </a:extLst>
          </p:cNvPr>
          <p:cNvSpPr txBox="1"/>
          <p:nvPr/>
        </p:nvSpPr>
        <p:spPr>
          <a:xfrm>
            <a:off x="-4689987" y="4753819"/>
            <a:ext cx="4689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$50,000,000</a:t>
            </a:r>
          </a:p>
        </p:txBody>
      </p:sp>
    </p:spTree>
    <p:extLst>
      <p:ext uri="{BB962C8B-B14F-4D97-AF65-F5344CB8AC3E}">
        <p14:creationId xmlns:p14="http://schemas.microsoft.com/office/powerpoint/2010/main" val="1187435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1</cp:revision>
  <dcterms:created xsi:type="dcterms:W3CDTF">2024-01-03T14:35:12Z</dcterms:created>
  <dcterms:modified xsi:type="dcterms:W3CDTF">2024-01-03T14:35:18Z</dcterms:modified>
</cp:coreProperties>
</file>