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948" y="6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CDCE-B62A-A705-17B1-014D7E154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75D53-7205-B41F-205D-13486CE54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E3B00-7FAD-FBCA-B625-5BC99D94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35FBC-040D-46FB-29A1-EADD9BAD6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93D0E-1113-74E2-6574-C972AA31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6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4747-7F27-7F58-B01A-89C532DA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3AFE-5FFA-431F-3DF1-6A6616E9A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9F315-B0E3-3B5B-FABF-5E8F99D4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4510E-B509-44F9-7EB8-A080B824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34EFB-6174-8211-1616-91987012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5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D23D-0E6C-159B-91BC-38FAEF01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5210D-54F4-46EC-2AB2-94CF92782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438B0-BA7C-1365-D223-F9E223DC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04805-9427-F069-2CD4-7748880B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D1C39-9C6B-B897-6040-979CC38C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B804-B611-AAF9-43CC-E6307233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EAEFA-B837-5B6C-F461-0761D14E6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F54E7-643A-C458-596C-319F16A8B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DC963-B49A-89C3-345F-7CF8F5E0E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F6520-71B1-2027-8A24-031D094BC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D8109-440C-6C32-8A03-F298FBE45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5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9C95-B2C1-5F7B-1471-60FAAA54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A895E-0497-59AE-AB3D-F8C397B07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C899E-77A1-AFF8-4319-4D7FB83F8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48CCC-AC2F-AB9E-4108-A9893671E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89A0F-6884-C281-8C7E-2100986CE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3FCBC-36A7-8185-5696-813A78BE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2552AA-2235-E0DC-7790-902663194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61E64-BCE5-5D59-BB82-1D45F577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7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147B-BC22-862E-27F3-96A57163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F2F9-49DB-4CFF-2B56-AF256E86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D8247-BD5B-02E4-E0D4-633ADB0D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C697A-FAB1-5978-2E74-0A61D62E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7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80545-980B-F8CE-0427-5CD53293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3C5D7-92AF-70D6-A862-9447DB077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7EFB9-42E2-C9F6-DA82-DCF0F4C5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1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7069-4A6B-25EA-A62A-33D10CC8F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93055-8DDD-01C1-9751-93FD602F3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6D88B-B6BA-0342-ABF2-3F2B1A58C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6EB57-DA8B-D985-195A-F49AB333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5B539-35E2-26AD-ED69-8EB7C5D9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FBFE6-FF8D-F922-11C0-6FD01832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1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D0EE-5F7B-50CD-D607-DA9F6020B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B6E222-695D-7E39-8B54-E38FE1DC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10F8E-3626-7F5F-69D9-A66E792B4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B4383-4D20-6BC1-F5CB-D5E3E15C3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FEF75-F15B-44E3-9DB5-F70BC2506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EF55A-835C-4FCD-70F1-1DB8DE4B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D581-86B0-BC7A-43F6-9D0BBEABC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28F70-6523-D24D-44D5-97AEEE530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DD6CE-12A0-94BD-6F5C-DDF1EA32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9A137-CCB6-73C2-9E40-43954663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76C2-2CE4-3C40-A8C8-C5DB32DC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2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CE2F46-127D-A57E-D851-4986F082BC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A0519-04D8-75D1-C91F-B6AA88230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EE696-BE84-8FED-8872-B3BDA19C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64EBE-8DA9-5367-4CC5-C242A591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A355-DB3B-42EB-09C7-C10FFFF1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4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96BEF-A129-6F13-58AC-941095AA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16912-472F-2079-917D-7F886F617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06FF5-2752-4F66-6969-B4434A3A0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E3707-A14D-4483-B44F-89C0764D4645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18502-749B-6983-520A-464143B72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357B1-F438-2D34-7947-46098F710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9AC65-A8C0-4EC3-8570-22981921D0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9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38C1C4-A2E8-ADEE-E4CF-26855776C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3334" y="1179286"/>
            <a:ext cx="11650132" cy="499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0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4</cp:revision>
  <dcterms:created xsi:type="dcterms:W3CDTF">2024-01-02T22:19:24Z</dcterms:created>
  <dcterms:modified xsi:type="dcterms:W3CDTF">2025-01-15T18:34:46Z</dcterms:modified>
</cp:coreProperties>
</file>