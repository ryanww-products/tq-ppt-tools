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Objects="1" showGuides="1">
      <p:cViewPr>
        <p:scale>
          <a:sx n="100" d="100"/>
          <a:sy n="100" d="100"/>
        </p:scale>
        <p:origin x="180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9B27-EBBA-BBB6-69D6-D03FFA613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F0DFB-A47D-BFD8-7188-25EC9E2FA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254E5-BB99-A3E5-716D-8E80C138A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CF6E9-1E66-7454-048D-E881326B2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C933C-8ABB-5257-3C14-0E6015136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09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56F0E-1FED-1178-F61C-506141C7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5C4D1-A0E7-2A40-8737-B0058A990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542AE-553F-394D-7D6F-9D163C3A9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84B28-6FC5-9B30-AA4F-411AC080A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821A-0649-19F6-9E1C-7186C1349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53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50742-948F-E844-9F21-EEF4CCF6A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E8A19-90DC-D6F9-52D4-874BC9E0F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1BF0C-7951-D844-B23F-3064099C2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B722B-5DEC-37D9-75E6-26BDB3107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5D431-A41D-2B00-557A-7DD13E7D1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20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D787-F414-1161-8391-0B2CD5CB5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42392-2E2F-0B49-B2D2-40CF24390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BDD47-138E-113A-0D36-635C90737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65E43-4B50-307D-C2F0-A3F00051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81B98-7B72-484F-C639-655933A7F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2E8F5-06FB-7EB1-B549-02CDF55AC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4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7CDEC-E1A9-AE1C-B6A5-87C2E8BE3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BB6BE-A8F7-115E-7D5D-F2BD890DD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EBB18-A8AE-D00B-25FF-DAD513D10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4F9134-D4C8-3F65-3E72-82677737E9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51810E-2B53-6FA8-F334-2F0B5AF48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9151A5-C019-8C07-EC58-466649D55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CD3010-C278-552C-8232-D147BACC7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0C84D-EB77-2675-CB49-7E79F6D1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65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0EAB8-7BD6-9FD4-821E-D156AD8E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51864-17AC-5AB2-CE34-90DD1DAB2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5382D6-24D9-FE4A-FEEA-1A43649B1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91C88-2506-D209-8058-A38865DB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81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7CB77A-8477-7E79-F18F-39759A1A9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953B6-1573-6CC5-2150-D7E163F59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F8B57-3C3F-3752-F50C-BC5F6264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65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F7CE1-B6DD-A761-7C3F-FF6DD0DD4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0084B-2197-EDE5-5D69-A491EB5DC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D9A4-35B7-9077-EE1C-1781BCFDD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0DE1E-67E6-3293-B729-1E8231318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CF686-C917-7479-94F7-58EAFA786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2DBB3-B554-740A-C95B-CEC4CC7E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15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29CAF-907D-97D3-7E40-B6A1F382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FFD223-66E7-95A4-A940-9B4A69E9B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72FE2-D0BC-56BB-79E8-6A3BA2BB1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CF7AE-40FB-7547-A58E-93D96693B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5D700-59EC-1FA3-07D5-F459C267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2A6FE-FFFA-537A-A4E5-5FA7226E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3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EAE4-E4F5-875F-2241-2541B5B0D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F75AF-7A6B-6CD4-F3A3-7BC401EF4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F1531-05C8-F02C-7272-7410D74AD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C991D-DEC8-5BEB-1DB3-D1D7A8DB1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61CE2-7E22-0445-7C12-D697A2F45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77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C6947-C832-9DDD-8ED6-D90BDBA3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1B2BC-5C98-EAAE-AFC5-FE5847001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29D47-BAB3-453B-DA13-C3A2E66AE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335D0-27C0-B8D2-2C94-ECF1BE06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A6786-6299-1882-0E50-9FC6C1847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0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2CB319-785B-CE25-8055-F4BF72001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28F27-5721-5B90-653B-AEBF30AE3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F69E8-5D25-25F4-8E8E-A35D2A55B9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E3707-A14D-4483-B44F-89C0764D4645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4757E-90D1-C236-7C1E-989ABD746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E10C0-6BA4-55BF-9379-088B28E4A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60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8196859-A08F-5CBF-49DE-FB3892FC1B45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761999"/>
          </a:xfrm>
          <a:prstGeom prst="rect">
            <a:avLst/>
          </a:prstGeom>
          <a:gradFill>
            <a:gsLst>
              <a:gs pos="82000">
                <a:srgbClr val="264479"/>
              </a:gs>
              <a:gs pos="2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XYZ Calendar</a:t>
            </a:r>
          </a:p>
          <a:p>
            <a:pPr algn="ctr"/>
            <a:r>
              <a:rPr lang="en-US"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Month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5BDA6A-44EA-B7A6-69AE-3B09583A1407}"/>
              </a:ext>
            </a:extLst>
          </p:cNvPr>
          <p:cNvGrpSpPr/>
          <p:nvPr/>
        </p:nvGrpSpPr>
        <p:grpSpPr>
          <a:xfrm>
            <a:off x="0" y="762000"/>
            <a:ext cx="12192000" cy="207818"/>
            <a:chOff x="0" y="762000"/>
            <a:chExt cx="12268200" cy="207818"/>
          </a:xfrm>
          <a:gradFill>
            <a:gsLst>
              <a:gs pos="2000">
                <a:schemeClr val="accent6"/>
              </a:gs>
              <a:gs pos="100000">
                <a:schemeClr val="accent6">
                  <a:lumMod val="64000"/>
                </a:schemeClr>
              </a:gs>
            </a:gsLst>
            <a:lin ang="5400000" scaled="1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5DDE4B8-B62D-7DB9-065B-B1F90C444B24}"/>
                </a:ext>
              </a:extLst>
            </p:cNvPr>
            <p:cNvSpPr/>
            <p:nvPr/>
          </p:nvSpPr>
          <p:spPr>
            <a:xfrm flipH="1">
              <a:off x="0" y="762000"/>
              <a:ext cx="1752600" cy="20781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Sunday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D777BFF-D5DC-9F53-6704-BEA415E44D5E}"/>
                </a:ext>
              </a:extLst>
            </p:cNvPr>
            <p:cNvSpPr/>
            <p:nvPr/>
          </p:nvSpPr>
          <p:spPr>
            <a:xfrm flipH="1">
              <a:off x="1752600" y="762000"/>
              <a:ext cx="1752600" cy="20781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Monday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FB38BC2-C4E3-EE46-E93A-2681363251C0}"/>
                </a:ext>
              </a:extLst>
            </p:cNvPr>
            <p:cNvSpPr/>
            <p:nvPr/>
          </p:nvSpPr>
          <p:spPr>
            <a:xfrm flipH="1">
              <a:off x="3505200" y="762000"/>
              <a:ext cx="1752600" cy="20781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Tuesday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D8E136D-A418-A88F-276D-18E3FED42449}"/>
                </a:ext>
              </a:extLst>
            </p:cNvPr>
            <p:cNvSpPr/>
            <p:nvPr/>
          </p:nvSpPr>
          <p:spPr>
            <a:xfrm flipH="1">
              <a:off x="5257800" y="762000"/>
              <a:ext cx="1752600" cy="20781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Wednesday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4F9B345-5425-66A9-381B-94483B49A539}"/>
                </a:ext>
              </a:extLst>
            </p:cNvPr>
            <p:cNvSpPr/>
            <p:nvPr/>
          </p:nvSpPr>
          <p:spPr>
            <a:xfrm flipH="1">
              <a:off x="7010400" y="762000"/>
              <a:ext cx="1752600" cy="20781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Thursday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811CCBD-8C3F-E750-C10F-01EFECD73318}"/>
                </a:ext>
              </a:extLst>
            </p:cNvPr>
            <p:cNvSpPr/>
            <p:nvPr/>
          </p:nvSpPr>
          <p:spPr>
            <a:xfrm flipH="1">
              <a:off x="8763000" y="762000"/>
              <a:ext cx="1752600" cy="20781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Friday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145A14D-199B-A43A-B0F1-B80BD8CF1D3A}"/>
                </a:ext>
              </a:extLst>
            </p:cNvPr>
            <p:cNvSpPr/>
            <p:nvPr/>
          </p:nvSpPr>
          <p:spPr>
            <a:xfrm flipH="1">
              <a:off x="10515600" y="762000"/>
              <a:ext cx="1752600" cy="20781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Saturday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3009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10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6</cp:revision>
  <dcterms:created xsi:type="dcterms:W3CDTF">2024-01-02T22:19:24Z</dcterms:created>
  <dcterms:modified xsi:type="dcterms:W3CDTF">2024-01-22T18:34:15Z</dcterms:modified>
</cp:coreProperties>
</file>