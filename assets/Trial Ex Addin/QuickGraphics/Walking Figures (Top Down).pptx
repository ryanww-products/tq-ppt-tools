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08B2-48E9-B6FB-F7A6-CA94EAD0F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65E49E-FE19-1D1C-442C-54E280F42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1BA10-8513-1823-74B1-71AC8656F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B2DA-3B88-45B7-BEF9-CACA69127E16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B3041-0B75-46AB-5E2E-91588505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C1336-E328-5C9F-5684-46FD40AB1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4DFD-07DB-4369-A009-8182A7CA1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6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0E1AC-535A-0BEF-31C9-C4236055C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C088B-B85F-26B8-07B3-30D9F63B3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EE238-FB79-419F-72E3-FB8D5CF3B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B2DA-3B88-45B7-BEF9-CACA69127E16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D5EA3-67DE-86F7-868A-9C28C932F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CC5CD-2FE3-41E1-ADE3-FE7E51E52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4DFD-07DB-4369-A009-8182A7CA1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04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C7798-FBB8-C84E-E7E6-549FF0F3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BDF16-1EB7-DD7D-D2F0-3784E37AA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1F328-464D-5463-FBBB-22083B03C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B2DA-3B88-45B7-BEF9-CACA69127E16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1D708-93D4-5D4C-D4C5-D19C648D6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B5848-9A87-C3A7-B08F-037412448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4DFD-07DB-4369-A009-8182A7CA1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12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ECA38-7F53-30A0-750A-09728A46A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75A94-DFB2-A880-E826-E49D9A6810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CF23B-AFFC-2AAE-6CEB-A62EC6A18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5C485-1882-985E-5AB0-06FD78B0A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B2DA-3B88-45B7-BEF9-CACA69127E16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C534AC-3C6E-90D0-AE53-F9758CD3B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AB19F-0F9B-2E2A-7B14-7B5622DB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4DFD-07DB-4369-A009-8182A7CA1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21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79BC4-C9AD-9D48-DB7F-9217CB94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04DA4-6DF3-8794-8CFF-CB38DE87F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1422B-7508-2685-2FAE-45F426F12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52A24D-F4FC-41CF-A652-D043835598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C1F8F8-83DE-8C5C-A02E-FBEF52B41D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42268B-2397-5365-27E9-2810063DE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B2DA-3B88-45B7-BEF9-CACA69127E16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BA4E0A-2DFA-BA10-15A1-525572905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449EEF-62CB-E84B-45C7-37A8C5D15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4DFD-07DB-4369-A009-8182A7CA1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552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1DD5A-AE95-1AEE-9C81-1852F81D2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B25A0E-2359-BDBA-226A-1FCEB5E8B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B2DA-3B88-45B7-BEF9-CACA69127E16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5ECE0-D84E-3A95-BD94-EAADF1A87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524C14-7325-585B-306A-A94A6328A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4DFD-07DB-4369-A009-8182A7CA1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337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44150-3AEF-0ED5-1662-CAD49607E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B2DA-3B88-45B7-BEF9-CACA69127E16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8DF9E-61FE-43B4-7659-4B1AE0BFF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976FC-F2D0-5F5C-3A53-2A9DADCBD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4DFD-07DB-4369-A009-8182A7CA1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365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E5125-3D15-63C7-465D-D38A2C1EC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17C07-B14D-2F90-6E7B-A6FCB4683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DF0EF-BA59-12ED-C19E-01A2BB7F3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03F738-777C-95E0-1E08-DE8F57CE3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B2DA-3B88-45B7-BEF9-CACA69127E16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C76B4-84B0-E8AC-D09E-9286F0D0F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6903B8-8A71-7EE5-FDF9-9D2F7DBA1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4DFD-07DB-4369-A009-8182A7CA1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826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61C94-331F-4685-7841-46D350682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BAC273-2ABB-A709-32AC-C98604BEA2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965980-8DC8-67A7-7C5D-65D298E81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6C333-FC42-C76E-77D4-C4DEF481C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B2DA-3B88-45B7-BEF9-CACA69127E16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B7C53-F658-4CB8-3BD2-ADBA7CE2A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405D9-4BAE-E0C8-CF85-6E5008FF0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4DFD-07DB-4369-A009-8182A7CA1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048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6DDED-44A4-ED00-73FD-7BE5E3E10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75DC50-E24B-56CE-D81E-7EF922115B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3CAC6-2DB8-B0DF-B08E-0532A9B21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B2DA-3B88-45B7-BEF9-CACA69127E16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A2DC1-51DA-027D-06DA-A63F0054A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0DCFE-6BA1-4BD7-CA17-A14A51A7D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4DFD-07DB-4369-A009-8182A7CA1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91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9704FD-7DE4-2CA2-73AC-7EA7622DAA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23AC5-6214-0CBD-3786-C6858E6385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CB9AC-FA01-11E9-868B-245D30EF4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B2DA-3B88-45B7-BEF9-CACA69127E16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BE765-BDBA-3D65-9E10-AC80C3230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DFA86-7B24-09FC-28AF-D66CBA3F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4DFD-07DB-4369-A009-8182A7CA1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997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363014-8F36-BF2A-B1EB-697F6D856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9FF10-0593-593F-5B9F-983D801BD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DF08E-95E8-3B80-ADD5-DB6F33734A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31B2DA-3B88-45B7-BEF9-CACA69127E16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43C10-8E5E-DE6D-0602-3377F8E574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BCEE6-EA73-11D5-5CD6-EDDD461E2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E34DFD-07DB-4369-A009-8182A7CA1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8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875DD95-35A9-AFE6-3D4A-44868D8E9F9F}"/>
              </a:ext>
            </a:extLst>
          </p:cNvPr>
          <p:cNvGrpSpPr/>
          <p:nvPr/>
        </p:nvGrpSpPr>
        <p:grpSpPr>
          <a:xfrm>
            <a:off x="8452487" y="4915370"/>
            <a:ext cx="1390623" cy="1867364"/>
            <a:chOff x="8452487" y="4915370"/>
            <a:chExt cx="1390623" cy="1867364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0AF695BB-31FE-5C71-59FC-84F3D61D4A08}"/>
                </a:ext>
              </a:extLst>
            </p:cNvPr>
            <p:cNvSpPr/>
            <p:nvPr/>
          </p:nvSpPr>
          <p:spPr>
            <a:xfrm>
              <a:off x="9304982" y="6373846"/>
              <a:ext cx="202727" cy="408888"/>
            </a:xfrm>
            <a:custGeom>
              <a:avLst/>
              <a:gdLst>
                <a:gd name="connsiteX0" fmla="*/ 29642 w 202727"/>
                <a:gd name="connsiteY0" fmla="*/ 14272 h 408888"/>
                <a:gd name="connsiteX1" fmla="*/ 11064 w 202727"/>
                <a:gd name="connsiteY1" fmla="*/ 160140 h 408888"/>
                <a:gd name="connsiteX2" fmla="*/ 73 w 202727"/>
                <a:gd name="connsiteY2" fmla="*/ 299390 h 408888"/>
                <a:gd name="connsiteX3" fmla="*/ 52863 w 202727"/>
                <a:gd name="connsiteY3" fmla="*/ 400983 h 408888"/>
                <a:gd name="connsiteX4" fmla="*/ 151321 w 202727"/>
                <a:gd name="connsiteY4" fmla="*/ 381206 h 408888"/>
                <a:gd name="connsiteX5" fmla="*/ 202523 w 202727"/>
                <a:gd name="connsiteY5" fmla="*/ 244046 h 408888"/>
                <a:gd name="connsiteX6" fmla="*/ 186152 w 202727"/>
                <a:gd name="connsiteY6" fmla="*/ 116949 h 408888"/>
                <a:gd name="connsiteX7" fmla="*/ 155307 w 202727"/>
                <a:gd name="connsiteY7" fmla="*/ 3087 h 408888"/>
                <a:gd name="connsiteX8" fmla="*/ 29642 w 202727"/>
                <a:gd name="connsiteY8" fmla="*/ 14272 h 40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2727" h="408888">
                  <a:moveTo>
                    <a:pt x="29642" y="14272"/>
                  </a:moveTo>
                  <a:cubicBezTo>
                    <a:pt x="7774" y="54484"/>
                    <a:pt x="10097" y="131036"/>
                    <a:pt x="11064" y="160140"/>
                  </a:cubicBezTo>
                  <a:cubicBezTo>
                    <a:pt x="12032" y="189244"/>
                    <a:pt x="-1088" y="259914"/>
                    <a:pt x="73" y="299390"/>
                  </a:cubicBezTo>
                  <a:cubicBezTo>
                    <a:pt x="1195" y="338866"/>
                    <a:pt x="26080" y="386044"/>
                    <a:pt x="52863" y="400983"/>
                  </a:cubicBezTo>
                  <a:cubicBezTo>
                    <a:pt x="79644" y="415922"/>
                    <a:pt x="131582" y="409885"/>
                    <a:pt x="151321" y="381206"/>
                  </a:cubicBezTo>
                  <a:cubicBezTo>
                    <a:pt x="171059" y="352528"/>
                    <a:pt x="205697" y="299081"/>
                    <a:pt x="202523" y="244046"/>
                  </a:cubicBezTo>
                  <a:cubicBezTo>
                    <a:pt x="199349" y="188973"/>
                    <a:pt x="200549" y="188199"/>
                    <a:pt x="186152" y="116949"/>
                  </a:cubicBezTo>
                  <a:cubicBezTo>
                    <a:pt x="171755" y="45698"/>
                    <a:pt x="168775" y="14156"/>
                    <a:pt x="155307" y="3087"/>
                  </a:cubicBezTo>
                  <a:cubicBezTo>
                    <a:pt x="141839" y="-7982"/>
                    <a:pt x="29642" y="14272"/>
                    <a:pt x="29642" y="14272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0CD4413-D317-499C-269B-86415E2CE3BB}"/>
                </a:ext>
              </a:extLst>
            </p:cNvPr>
            <p:cNvSpPr/>
            <p:nvPr/>
          </p:nvSpPr>
          <p:spPr>
            <a:xfrm>
              <a:off x="9323052" y="6229982"/>
              <a:ext cx="139957" cy="246570"/>
            </a:xfrm>
            <a:custGeom>
              <a:avLst/>
              <a:gdLst>
                <a:gd name="connsiteX0" fmla="*/ 39 w 139957"/>
                <a:gd name="connsiteY0" fmla="*/ 0 h 246570"/>
                <a:gd name="connsiteX1" fmla="*/ 5960 w 139957"/>
                <a:gd name="connsiteY1" fmla="*/ 156356 h 246570"/>
                <a:gd name="connsiteX2" fmla="*/ 82551 w 139957"/>
                <a:gd name="connsiteY2" fmla="*/ 246570 h 246570"/>
                <a:gd name="connsiteX3" fmla="*/ 136386 w 139957"/>
                <a:gd name="connsiteY3" fmla="*/ 156356 h 246570"/>
                <a:gd name="connsiteX4" fmla="*/ 136386 w 139957"/>
                <a:gd name="connsiteY4" fmla="*/ 34212 h 246570"/>
                <a:gd name="connsiteX5" fmla="*/ 0 w 139957"/>
                <a:gd name="connsiteY5" fmla="*/ 0 h 246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957" h="246570">
                  <a:moveTo>
                    <a:pt x="39" y="0"/>
                  </a:moveTo>
                  <a:cubicBezTo>
                    <a:pt x="39" y="0"/>
                    <a:pt x="4257" y="126672"/>
                    <a:pt x="5960" y="156356"/>
                  </a:cubicBezTo>
                  <a:cubicBezTo>
                    <a:pt x="7585" y="184067"/>
                    <a:pt x="36998" y="246570"/>
                    <a:pt x="82551" y="246570"/>
                  </a:cubicBezTo>
                  <a:cubicBezTo>
                    <a:pt x="128103" y="246570"/>
                    <a:pt x="132980" y="177642"/>
                    <a:pt x="136386" y="156356"/>
                  </a:cubicBezTo>
                  <a:cubicBezTo>
                    <a:pt x="139830" y="135070"/>
                    <a:pt x="142307" y="62659"/>
                    <a:pt x="136386" y="34212"/>
                  </a:cubicBezTo>
                  <a:cubicBezTo>
                    <a:pt x="130464" y="576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14AA2A-68B4-EABC-5D49-919C6F38FC4C}"/>
                </a:ext>
              </a:extLst>
            </p:cNvPr>
            <p:cNvSpPr/>
            <p:nvPr/>
          </p:nvSpPr>
          <p:spPr>
            <a:xfrm>
              <a:off x="9191271" y="5695628"/>
              <a:ext cx="313356" cy="656275"/>
            </a:xfrm>
            <a:custGeom>
              <a:avLst/>
              <a:gdLst>
                <a:gd name="connsiteX0" fmla="*/ 123537 w 313356"/>
                <a:gd name="connsiteY0" fmla="*/ 604753 h 656275"/>
                <a:gd name="connsiteX1" fmla="*/ 206398 w 313356"/>
                <a:gd name="connsiteY1" fmla="*/ 656227 h 656275"/>
                <a:gd name="connsiteX2" fmla="*/ 291929 w 313356"/>
                <a:gd name="connsiteY2" fmla="*/ 582809 h 656275"/>
                <a:gd name="connsiteX3" fmla="*/ 301992 w 313356"/>
                <a:gd name="connsiteY3" fmla="*/ 426569 h 656275"/>
                <a:gd name="connsiteX4" fmla="*/ 291426 w 313356"/>
                <a:gd name="connsiteY4" fmla="*/ 318823 h 656275"/>
                <a:gd name="connsiteX5" fmla="*/ 308571 w 313356"/>
                <a:gd name="connsiteY5" fmla="*/ 49340 h 656275"/>
                <a:gd name="connsiteX6" fmla="*/ 0 w 313356"/>
                <a:gd name="connsiteY6" fmla="*/ 112618 h 656275"/>
                <a:gd name="connsiteX7" fmla="*/ 40134 w 313356"/>
                <a:gd name="connsiteY7" fmla="*/ 406754 h 656275"/>
                <a:gd name="connsiteX8" fmla="*/ 123537 w 313356"/>
                <a:gd name="connsiteY8" fmla="*/ 604715 h 65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3356" h="656275">
                  <a:moveTo>
                    <a:pt x="123537" y="604753"/>
                  </a:moveTo>
                  <a:cubicBezTo>
                    <a:pt x="123537" y="604753"/>
                    <a:pt x="157827" y="653982"/>
                    <a:pt x="206398" y="656227"/>
                  </a:cubicBezTo>
                  <a:cubicBezTo>
                    <a:pt x="254969" y="658472"/>
                    <a:pt x="291929" y="582809"/>
                    <a:pt x="291929" y="582809"/>
                  </a:cubicBezTo>
                  <a:cubicBezTo>
                    <a:pt x="291929" y="582809"/>
                    <a:pt x="315267" y="498013"/>
                    <a:pt x="301992" y="426569"/>
                  </a:cubicBezTo>
                  <a:cubicBezTo>
                    <a:pt x="288718" y="355125"/>
                    <a:pt x="291426" y="318823"/>
                    <a:pt x="291426" y="318823"/>
                  </a:cubicBezTo>
                  <a:cubicBezTo>
                    <a:pt x="291426" y="318823"/>
                    <a:pt x="325677" y="189674"/>
                    <a:pt x="308571" y="49340"/>
                  </a:cubicBezTo>
                  <a:cubicBezTo>
                    <a:pt x="291465" y="-90993"/>
                    <a:pt x="0" y="112618"/>
                    <a:pt x="0" y="112618"/>
                  </a:cubicBezTo>
                  <a:cubicBezTo>
                    <a:pt x="0" y="112618"/>
                    <a:pt x="39" y="328498"/>
                    <a:pt x="40134" y="406754"/>
                  </a:cubicBezTo>
                  <a:cubicBezTo>
                    <a:pt x="80229" y="485009"/>
                    <a:pt x="123537" y="604715"/>
                    <a:pt x="123537" y="604715"/>
                  </a:cubicBezTo>
                  <a:close/>
                </a:path>
              </a:pathLst>
            </a:custGeom>
            <a:solidFill>
              <a:srgbClr val="E0C39D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63A361D-5A10-5777-4C0B-4C53BECCF6DC}"/>
                </a:ext>
              </a:extLst>
            </p:cNvPr>
            <p:cNvSpPr/>
            <p:nvPr/>
          </p:nvSpPr>
          <p:spPr>
            <a:xfrm>
              <a:off x="8833369" y="4915370"/>
              <a:ext cx="185140" cy="361940"/>
            </a:xfrm>
            <a:custGeom>
              <a:avLst/>
              <a:gdLst>
                <a:gd name="connsiteX0" fmla="*/ 174571 w 185140"/>
                <a:gd name="connsiteY0" fmla="*/ 302786 h 361940"/>
                <a:gd name="connsiteX1" fmla="*/ 180106 w 185140"/>
                <a:gd name="connsiteY1" fmla="*/ 105483 h 361940"/>
                <a:gd name="connsiteX2" fmla="*/ 151196 w 185140"/>
                <a:gd name="connsiteY2" fmla="*/ 22544 h 361940"/>
                <a:gd name="connsiteX3" fmla="*/ 51189 w 185140"/>
                <a:gd name="connsiteY3" fmla="*/ 16661 h 361940"/>
                <a:gd name="connsiteX4" fmla="*/ 14810 w 185140"/>
                <a:gd name="connsiteY4" fmla="*/ 145191 h 361940"/>
                <a:gd name="connsiteX5" fmla="*/ 567 w 185140"/>
                <a:gd name="connsiteY5" fmla="*/ 307662 h 361940"/>
                <a:gd name="connsiteX6" fmla="*/ 85943 w 185140"/>
                <a:gd name="connsiteY6" fmla="*/ 361613 h 361940"/>
                <a:gd name="connsiteX7" fmla="*/ 174571 w 185140"/>
                <a:gd name="connsiteY7" fmla="*/ 302747 h 36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5140" h="361940">
                  <a:moveTo>
                    <a:pt x="174571" y="302786"/>
                  </a:moveTo>
                  <a:cubicBezTo>
                    <a:pt x="187924" y="241869"/>
                    <a:pt x="187265" y="178436"/>
                    <a:pt x="180106" y="105483"/>
                  </a:cubicBezTo>
                  <a:cubicBezTo>
                    <a:pt x="177358" y="77462"/>
                    <a:pt x="163889" y="39921"/>
                    <a:pt x="151196" y="22544"/>
                  </a:cubicBezTo>
                  <a:cubicBezTo>
                    <a:pt x="138540" y="5206"/>
                    <a:pt x="72630" y="-15074"/>
                    <a:pt x="51189" y="16661"/>
                  </a:cubicBezTo>
                  <a:cubicBezTo>
                    <a:pt x="29748" y="48397"/>
                    <a:pt x="18331" y="75837"/>
                    <a:pt x="14810" y="145191"/>
                  </a:cubicBezTo>
                  <a:cubicBezTo>
                    <a:pt x="11248" y="214545"/>
                    <a:pt x="-2994" y="246590"/>
                    <a:pt x="567" y="307662"/>
                  </a:cubicBezTo>
                  <a:cubicBezTo>
                    <a:pt x="4128" y="368734"/>
                    <a:pt x="43100" y="357433"/>
                    <a:pt x="85943" y="361613"/>
                  </a:cubicBezTo>
                  <a:cubicBezTo>
                    <a:pt x="126736" y="365599"/>
                    <a:pt x="168069" y="332470"/>
                    <a:pt x="174571" y="302747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72819F9-CCE9-BE95-BFE4-53F15BB9A733}"/>
                </a:ext>
              </a:extLst>
            </p:cNvPr>
            <p:cNvSpPr/>
            <p:nvPr/>
          </p:nvSpPr>
          <p:spPr>
            <a:xfrm>
              <a:off x="8855987" y="4987646"/>
              <a:ext cx="157516" cy="277187"/>
            </a:xfrm>
            <a:custGeom>
              <a:avLst/>
              <a:gdLst>
                <a:gd name="connsiteX0" fmla="*/ 156017 w 157516"/>
                <a:gd name="connsiteY0" fmla="*/ 203379 h 277187"/>
                <a:gd name="connsiteX1" fmla="*/ 132409 w 157516"/>
                <a:gd name="connsiteY1" fmla="*/ 69974 h 277187"/>
                <a:gd name="connsiteX2" fmla="*/ 82560 w 157516"/>
                <a:gd name="connsiteY2" fmla="*/ 0 h 277187"/>
                <a:gd name="connsiteX3" fmla="*/ 23462 w 157516"/>
                <a:gd name="connsiteY3" fmla="*/ 90872 h 277187"/>
                <a:gd name="connsiteX4" fmla="*/ 125 w 157516"/>
                <a:gd name="connsiteY4" fmla="*/ 222343 h 277187"/>
                <a:gd name="connsiteX5" fmla="*/ 78768 w 157516"/>
                <a:gd name="connsiteY5" fmla="*/ 277184 h 277187"/>
                <a:gd name="connsiteX6" fmla="*/ 156055 w 157516"/>
                <a:gd name="connsiteY6" fmla="*/ 203379 h 277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7516" h="277187">
                  <a:moveTo>
                    <a:pt x="156017" y="203379"/>
                  </a:moveTo>
                  <a:cubicBezTo>
                    <a:pt x="136588" y="136735"/>
                    <a:pt x="143322" y="116067"/>
                    <a:pt x="132409" y="69974"/>
                  </a:cubicBezTo>
                  <a:cubicBezTo>
                    <a:pt x="123507" y="32355"/>
                    <a:pt x="102337" y="0"/>
                    <a:pt x="82560" y="0"/>
                  </a:cubicBezTo>
                  <a:cubicBezTo>
                    <a:pt x="38557" y="0"/>
                    <a:pt x="28804" y="42417"/>
                    <a:pt x="23462" y="90872"/>
                  </a:cubicBezTo>
                  <a:cubicBezTo>
                    <a:pt x="21915" y="105076"/>
                    <a:pt x="5621" y="190104"/>
                    <a:pt x="125" y="222343"/>
                  </a:cubicBezTo>
                  <a:cubicBezTo>
                    <a:pt x="-2545" y="237901"/>
                    <a:pt x="38092" y="276758"/>
                    <a:pt x="78768" y="277184"/>
                  </a:cubicBezTo>
                  <a:cubicBezTo>
                    <a:pt x="122462" y="277648"/>
                    <a:pt x="166118" y="237863"/>
                    <a:pt x="156055" y="203379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BC657C9-1342-7BDF-DEF5-B27567159BBC}"/>
                </a:ext>
              </a:extLst>
            </p:cNvPr>
            <p:cNvSpPr/>
            <p:nvPr/>
          </p:nvSpPr>
          <p:spPr>
            <a:xfrm>
              <a:off x="8758273" y="5108003"/>
              <a:ext cx="374945" cy="412182"/>
            </a:xfrm>
            <a:custGeom>
              <a:avLst/>
              <a:gdLst>
                <a:gd name="connsiteX0" fmla="*/ 261820 w 374945"/>
                <a:gd name="connsiteY0" fmla="*/ 47416 h 412182"/>
                <a:gd name="connsiteX1" fmla="*/ 286705 w 374945"/>
                <a:gd name="connsiteY1" fmla="*/ 185273 h 412182"/>
                <a:gd name="connsiteX2" fmla="*/ 374946 w 374945"/>
                <a:gd name="connsiteY2" fmla="*/ 412183 h 412182"/>
                <a:gd name="connsiteX3" fmla="*/ 0 w 374945"/>
                <a:gd name="connsiteY3" fmla="*/ 382731 h 412182"/>
                <a:gd name="connsiteX4" fmla="*/ 59021 w 374945"/>
                <a:gd name="connsiteY4" fmla="*/ 193865 h 412182"/>
                <a:gd name="connsiteX5" fmla="*/ 94434 w 374945"/>
                <a:gd name="connsiteY5" fmla="*/ 41185 h 412182"/>
                <a:gd name="connsiteX6" fmla="*/ 159685 w 374945"/>
                <a:gd name="connsiteY6" fmla="*/ 316 h 412182"/>
                <a:gd name="connsiteX7" fmla="*/ 261781 w 374945"/>
                <a:gd name="connsiteY7" fmla="*/ 47416 h 412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4945" h="412182">
                  <a:moveTo>
                    <a:pt x="261820" y="47416"/>
                  </a:moveTo>
                  <a:cubicBezTo>
                    <a:pt x="271147" y="74972"/>
                    <a:pt x="278036" y="127220"/>
                    <a:pt x="286705" y="185273"/>
                  </a:cubicBezTo>
                  <a:cubicBezTo>
                    <a:pt x="295374" y="243326"/>
                    <a:pt x="374946" y="412183"/>
                    <a:pt x="374946" y="412183"/>
                  </a:cubicBezTo>
                  <a:lnTo>
                    <a:pt x="0" y="382731"/>
                  </a:lnTo>
                  <a:cubicBezTo>
                    <a:pt x="0" y="382731"/>
                    <a:pt x="51319" y="265618"/>
                    <a:pt x="59021" y="193865"/>
                  </a:cubicBezTo>
                  <a:cubicBezTo>
                    <a:pt x="66722" y="122111"/>
                    <a:pt x="90370" y="46526"/>
                    <a:pt x="94434" y="41185"/>
                  </a:cubicBezTo>
                  <a:cubicBezTo>
                    <a:pt x="103413" y="29420"/>
                    <a:pt x="112740" y="3606"/>
                    <a:pt x="159685" y="316"/>
                  </a:cubicBezTo>
                  <a:cubicBezTo>
                    <a:pt x="206631" y="-2973"/>
                    <a:pt x="252454" y="19860"/>
                    <a:pt x="261781" y="47416"/>
                  </a:cubicBezTo>
                  <a:close/>
                </a:path>
              </a:pathLst>
            </a:custGeom>
            <a:solidFill>
              <a:srgbClr val="E0C39D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2465363-3AF4-1ACF-0857-A5BEFA12201C}"/>
                </a:ext>
              </a:extLst>
            </p:cNvPr>
            <p:cNvSpPr/>
            <p:nvPr/>
          </p:nvSpPr>
          <p:spPr>
            <a:xfrm>
              <a:off x="8452487" y="5455794"/>
              <a:ext cx="337096" cy="1144623"/>
            </a:xfrm>
            <a:custGeom>
              <a:avLst/>
              <a:gdLst>
                <a:gd name="connsiteX0" fmla="*/ 161118 w 337096"/>
                <a:gd name="connsiteY0" fmla="*/ 16634 h 1144623"/>
                <a:gd name="connsiteX1" fmla="*/ 49811 w 337096"/>
                <a:gd name="connsiteY1" fmla="*/ 413253 h 1144623"/>
                <a:gd name="connsiteX2" fmla="*/ 48070 w 337096"/>
                <a:gd name="connsiteY2" fmla="*/ 779103 h 1144623"/>
                <a:gd name="connsiteX3" fmla="*/ 1511 w 337096"/>
                <a:gd name="connsiteY3" fmla="*/ 995641 h 1144623"/>
                <a:gd name="connsiteX4" fmla="*/ 73535 w 337096"/>
                <a:gd name="connsiteY4" fmla="*/ 1114805 h 1144623"/>
                <a:gd name="connsiteX5" fmla="*/ 148191 w 337096"/>
                <a:gd name="connsiteY5" fmla="*/ 1140890 h 1144623"/>
                <a:gd name="connsiteX6" fmla="*/ 129692 w 337096"/>
                <a:gd name="connsiteY6" fmla="*/ 1060467 h 1144623"/>
                <a:gd name="connsiteX7" fmla="*/ 150708 w 337096"/>
                <a:gd name="connsiteY7" fmla="*/ 1013909 h 1144623"/>
                <a:gd name="connsiteX8" fmla="*/ 161931 w 337096"/>
                <a:gd name="connsiteY8" fmla="*/ 1087055 h 1144623"/>
                <a:gd name="connsiteX9" fmla="*/ 203613 w 337096"/>
                <a:gd name="connsiteY9" fmla="*/ 957365 h 1144623"/>
                <a:gd name="connsiteX10" fmla="*/ 153765 w 337096"/>
                <a:gd name="connsiteY10" fmla="*/ 839401 h 1144623"/>
                <a:gd name="connsiteX11" fmla="*/ 241193 w 337096"/>
                <a:gd name="connsiteY11" fmla="*/ 473628 h 1144623"/>
                <a:gd name="connsiteX12" fmla="*/ 337096 w 337096"/>
                <a:gd name="connsiteY12" fmla="*/ 259219 h 1144623"/>
                <a:gd name="connsiteX13" fmla="*/ 161080 w 337096"/>
                <a:gd name="connsiteY13" fmla="*/ 16673 h 114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7096" h="1144623">
                  <a:moveTo>
                    <a:pt x="161118" y="16634"/>
                  </a:moveTo>
                  <a:cubicBezTo>
                    <a:pt x="78799" y="110990"/>
                    <a:pt x="63589" y="320175"/>
                    <a:pt x="49811" y="413253"/>
                  </a:cubicBezTo>
                  <a:cubicBezTo>
                    <a:pt x="36033" y="506370"/>
                    <a:pt x="50972" y="729139"/>
                    <a:pt x="48070" y="779103"/>
                  </a:cubicBezTo>
                  <a:cubicBezTo>
                    <a:pt x="45167" y="829068"/>
                    <a:pt x="-9712" y="958951"/>
                    <a:pt x="1511" y="995641"/>
                  </a:cubicBezTo>
                  <a:cubicBezTo>
                    <a:pt x="12734" y="1032369"/>
                    <a:pt x="48921" y="1100756"/>
                    <a:pt x="73535" y="1114805"/>
                  </a:cubicBezTo>
                  <a:cubicBezTo>
                    <a:pt x="98150" y="1128854"/>
                    <a:pt x="139213" y="1154165"/>
                    <a:pt x="148191" y="1140890"/>
                  </a:cubicBezTo>
                  <a:cubicBezTo>
                    <a:pt x="157209" y="1127654"/>
                    <a:pt x="125203" y="1098240"/>
                    <a:pt x="129692" y="1060467"/>
                  </a:cubicBezTo>
                  <a:cubicBezTo>
                    <a:pt x="134143" y="1022694"/>
                    <a:pt x="138246" y="1012089"/>
                    <a:pt x="150708" y="1013909"/>
                  </a:cubicBezTo>
                  <a:cubicBezTo>
                    <a:pt x="163208" y="1015728"/>
                    <a:pt x="142502" y="1083185"/>
                    <a:pt x="161931" y="1087055"/>
                  </a:cubicBezTo>
                  <a:cubicBezTo>
                    <a:pt x="181359" y="1090925"/>
                    <a:pt x="209651" y="992235"/>
                    <a:pt x="203613" y="957365"/>
                  </a:cubicBezTo>
                  <a:cubicBezTo>
                    <a:pt x="197575" y="922456"/>
                    <a:pt x="161002" y="881238"/>
                    <a:pt x="153765" y="839401"/>
                  </a:cubicBezTo>
                  <a:cubicBezTo>
                    <a:pt x="146528" y="797525"/>
                    <a:pt x="215920" y="566784"/>
                    <a:pt x="241193" y="473628"/>
                  </a:cubicBezTo>
                  <a:cubicBezTo>
                    <a:pt x="266465" y="380434"/>
                    <a:pt x="337096" y="259219"/>
                    <a:pt x="337096" y="259219"/>
                  </a:cubicBezTo>
                  <a:cubicBezTo>
                    <a:pt x="337096" y="259219"/>
                    <a:pt x="243399" y="-77682"/>
                    <a:pt x="161080" y="16673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8BF219A-325D-2F5D-A3E1-3421D512E7FB}"/>
                </a:ext>
              </a:extLst>
            </p:cNvPr>
            <p:cNvSpPr/>
            <p:nvPr/>
          </p:nvSpPr>
          <p:spPr>
            <a:xfrm>
              <a:off x="8557909" y="5345204"/>
              <a:ext cx="1250234" cy="572257"/>
            </a:xfrm>
            <a:custGeom>
              <a:avLst/>
              <a:gdLst>
                <a:gd name="connsiteX0" fmla="*/ 1250117 w 1250234"/>
                <a:gd name="connsiteY0" fmla="*/ 252386 h 572257"/>
                <a:gd name="connsiteX1" fmla="*/ 1042443 w 1250234"/>
                <a:gd name="connsiteY1" fmla="*/ 39332 h 572257"/>
                <a:gd name="connsiteX2" fmla="*/ 604026 w 1250234"/>
                <a:gd name="connsiteY2" fmla="*/ 591 h 572257"/>
                <a:gd name="connsiteX3" fmla="*/ 198816 w 1250234"/>
                <a:gd name="connsiteY3" fmla="*/ 55625 h 572257"/>
                <a:gd name="connsiteX4" fmla="*/ 81 w 1250234"/>
                <a:gd name="connsiteY4" fmla="*/ 226882 h 572257"/>
                <a:gd name="connsiteX5" fmla="*/ 137628 w 1250234"/>
                <a:gd name="connsiteY5" fmla="*/ 405066 h 572257"/>
                <a:gd name="connsiteX6" fmla="*/ 394222 w 1250234"/>
                <a:gd name="connsiteY6" fmla="*/ 572142 h 572257"/>
                <a:gd name="connsiteX7" fmla="*/ 606039 w 1250234"/>
                <a:gd name="connsiteY7" fmla="*/ 516799 h 572257"/>
                <a:gd name="connsiteX8" fmla="*/ 873470 w 1250234"/>
                <a:gd name="connsiteY8" fmla="*/ 563435 h 572257"/>
                <a:gd name="connsiteX9" fmla="*/ 1048403 w 1250234"/>
                <a:gd name="connsiteY9" fmla="*/ 421940 h 572257"/>
                <a:gd name="connsiteX10" fmla="*/ 1250117 w 1250234"/>
                <a:gd name="connsiteY10" fmla="*/ 252386 h 572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50234" h="572257">
                  <a:moveTo>
                    <a:pt x="1250117" y="252386"/>
                  </a:moveTo>
                  <a:cubicBezTo>
                    <a:pt x="1254530" y="138138"/>
                    <a:pt x="1133354" y="81324"/>
                    <a:pt x="1042443" y="39332"/>
                  </a:cubicBezTo>
                  <a:cubicBezTo>
                    <a:pt x="951532" y="-2660"/>
                    <a:pt x="801445" y="6164"/>
                    <a:pt x="604026" y="591"/>
                  </a:cubicBezTo>
                  <a:cubicBezTo>
                    <a:pt x="406568" y="-4982"/>
                    <a:pt x="285973" y="30043"/>
                    <a:pt x="198816" y="55625"/>
                  </a:cubicBezTo>
                  <a:cubicBezTo>
                    <a:pt x="111659" y="81207"/>
                    <a:pt x="-3480" y="135700"/>
                    <a:pt x="81" y="226882"/>
                  </a:cubicBezTo>
                  <a:cubicBezTo>
                    <a:pt x="3642" y="318064"/>
                    <a:pt x="53993" y="369499"/>
                    <a:pt x="137628" y="405066"/>
                  </a:cubicBezTo>
                  <a:cubicBezTo>
                    <a:pt x="221302" y="440633"/>
                    <a:pt x="277304" y="569240"/>
                    <a:pt x="394222" y="572142"/>
                  </a:cubicBezTo>
                  <a:cubicBezTo>
                    <a:pt x="511141" y="575045"/>
                    <a:pt x="542838" y="521946"/>
                    <a:pt x="606039" y="516799"/>
                  </a:cubicBezTo>
                  <a:cubicBezTo>
                    <a:pt x="669239" y="511651"/>
                    <a:pt x="763788" y="574774"/>
                    <a:pt x="873470" y="563435"/>
                  </a:cubicBezTo>
                  <a:cubicBezTo>
                    <a:pt x="983151" y="552095"/>
                    <a:pt x="1017519" y="449535"/>
                    <a:pt x="1048403" y="421940"/>
                  </a:cubicBezTo>
                  <a:cubicBezTo>
                    <a:pt x="1079248" y="394346"/>
                    <a:pt x="1245706" y="366635"/>
                    <a:pt x="1250117" y="252386"/>
                  </a:cubicBezTo>
                  <a:close/>
                </a:path>
              </a:pathLst>
            </a:custGeom>
            <a:solidFill>
              <a:srgbClr val="40273C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40DE03A-20FE-EB52-A385-692ED77C54F5}"/>
                </a:ext>
              </a:extLst>
            </p:cNvPr>
            <p:cNvSpPr/>
            <p:nvPr/>
          </p:nvSpPr>
          <p:spPr>
            <a:xfrm>
              <a:off x="8478618" y="5484617"/>
              <a:ext cx="328497" cy="721148"/>
            </a:xfrm>
            <a:custGeom>
              <a:avLst/>
              <a:gdLst>
                <a:gd name="connsiteX0" fmla="*/ 97485 w 328497"/>
                <a:gd name="connsiteY0" fmla="*/ 24539 h 721148"/>
                <a:gd name="connsiteX1" fmla="*/ 1465 w 328497"/>
                <a:gd name="connsiteY1" fmla="*/ 434510 h 721148"/>
                <a:gd name="connsiteX2" fmla="*/ 3980 w 328497"/>
                <a:gd name="connsiteY2" fmla="*/ 703682 h 721148"/>
                <a:gd name="connsiteX3" fmla="*/ 166645 w 328497"/>
                <a:gd name="connsiteY3" fmla="*/ 706662 h 721148"/>
                <a:gd name="connsiteX4" fmla="*/ 237780 w 328497"/>
                <a:gd name="connsiteY4" fmla="*/ 425376 h 721148"/>
                <a:gd name="connsiteX5" fmla="*/ 328497 w 328497"/>
                <a:gd name="connsiteY5" fmla="*/ 259577 h 721148"/>
                <a:gd name="connsiteX6" fmla="*/ 97485 w 328497"/>
                <a:gd name="connsiteY6" fmla="*/ 24500 h 721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8497" h="721148">
                  <a:moveTo>
                    <a:pt x="97485" y="24539"/>
                  </a:moveTo>
                  <a:cubicBezTo>
                    <a:pt x="13385" y="143703"/>
                    <a:pt x="1465" y="420267"/>
                    <a:pt x="1465" y="434510"/>
                  </a:cubicBezTo>
                  <a:cubicBezTo>
                    <a:pt x="1465" y="440625"/>
                    <a:pt x="-3140" y="671676"/>
                    <a:pt x="3980" y="703682"/>
                  </a:cubicBezTo>
                  <a:cubicBezTo>
                    <a:pt x="8548" y="724233"/>
                    <a:pt x="154802" y="728413"/>
                    <a:pt x="166645" y="706662"/>
                  </a:cubicBezTo>
                  <a:cubicBezTo>
                    <a:pt x="178488" y="684912"/>
                    <a:pt x="232710" y="441128"/>
                    <a:pt x="237780" y="425376"/>
                  </a:cubicBezTo>
                  <a:cubicBezTo>
                    <a:pt x="252022" y="381488"/>
                    <a:pt x="328497" y="259577"/>
                    <a:pt x="328497" y="259577"/>
                  </a:cubicBezTo>
                  <a:cubicBezTo>
                    <a:pt x="328497" y="259577"/>
                    <a:pt x="181584" y="-94663"/>
                    <a:pt x="97485" y="24500"/>
                  </a:cubicBezTo>
                  <a:close/>
                </a:path>
              </a:pathLst>
            </a:custGeom>
            <a:solidFill>
              <a:srgbClr val="40273C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2A9976E-41BB-8A14-BD8F-61CB18256299}"/>
                </a:ext>
              </a:extLst>
            </p:cNvPr>
            <p:cNvSpPr/>
            <p:nvPr/>
          </p:nvSpPr>
          <p:spPr>
            <a:xfrm>
              <a:off x="9636177" y="5145622"/>
              <a:ext cx="183383" cy="170474"/>
            </a:xfrm>
            <a:custGeom>
              <a:avLst/>
              <a:gdLst>
                <a:gd name="connsiteX0" fmla="*/ 478 w 183383"/>
                <a:gd name="connsiteY0" fmla="*/ 153227 h 170474"/>
                <a:gd name="connsiteX1" fmla="*/ 183384 w 183383"/>
                <a:gd name="connsiteY1" fmla="*/ 111545 h 170474"/>
                <a:gd name="connsiteX2" fmla="*/ 164535 w 183383"/>
                <a:gd name="connsiteY2" fmla="*/ 32941 h 170474"/>
                <a:gd name="connsiteX3" fmla="*/ 108805 w 183383"/>
                <a:gd name="connsiteY3" fmla="*/ 238 h 170474"/>
                <a:gd name="connsiteX4" fmla="*/ 54118 w 183383"/>
                <a:gd name="connsiteY4" fmla="*/ 34760 h 170474"/>
                <a:gd name="connsiteX5" fmla="*/ 9611 w 183383"/>
                <a:gd name="connsiteY5" fmla="*/ 64754 h 170474"/>
                <a:gd name="connsiteX6" fmla="*/ 478 w 183383"/>
                <a:gd name="connsiteY6" fmla="*/ 153188 h 170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3383" h="170474">
                  <a:moveTo>
                    <a:pt x="478" y="153227"/>
                  </a:moveTo>
                  <a:cubicBezTo>
                    <a:pt x="-10862" y="209036"/>
                    <a:pt x="183384" y="111545"/>
                    <a:pt x="183384" y="111545"/>
                  </a:cubicBezTo>
                  <a:cubicBezTo>
                    <a:pt x="183384" y="111545"/>
                    <a:pt x="179165" y="55040"/>
                    <a:pt x="164535" y="32941"/>
                  </a:cubicBezTo>
                  <a:cubicBezTo>
                    <a:pt x="149906" y="10842"/>
                    <a:pt x="137405" y="-1929"/>
                    <a:pt x="108805" y="238"/>
                  </a:cubicBezTo>
                  <a:cubicBezTo>
                    <a:pt x="94794" y="1283"/>
                    <a:pt x="64143" y="14016"/>
                    <a:pt x="54118" y="34760"/>
                  </a:cubicBezTo>
                  <a:cubicBezTo>
                    <a:pt x="44095" y="55505"/>
                    <a:pt x="14410" y="48848"/>
                    <a:pt x="9611" y="64754"/>
                  </a:cubicBezTo>
                  <a:cubicBezTo>
                    <a:pt x="207" y="95948"/>
                    <a:pt x="11779" y="97380"/>
                    <a:pt x="478" y="153188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D6074C5-324E-3DA1-5436-73B2A1F5B512}"/>
                </a:ext>
              </a:extLst>
            </p:cNvPr>
            <p:cNvSpPr/>
            <p:nvPr/>
          </p:nvSpPr>
          <p:spPr>
            <a:xfrm>
              <a:off x="9524606" y="5223163"/>
              <a:ext cx="318504" cy="429917"/>
            </a:xfrm>
            <a:custGeom>
              <a:avLst/>
              <a:gdLst>
                <a:gd name="connsiteX0" fmla="*/ 273087 w 318504"/>
                <a:gd name="connsiteY0" fmla="*/ 417038 h 429917"/>
                <a:gd name="connsiteX1" fmla="*/ 317478 w 318504"/>
                <a:gd name="connsiteY1" fmla="*/ 148679 h 429917"/>
                <a:gd name="connsiteX2" fmla="*/ 300566 w 318504"/>
                <a:gd name="connsiteY2" fmla="*/ 24174 h 429917"/>
                <a:gd name="connsiteX3" fmla="*/ 211047 w 318504"/>
                <a:gd name="connsiteY3" fmla="*/ 450 h 429917"/>
                <a:gd name="connsiteX4" fmla="*/ 120330 w 318504"/>
                <a:gd name="connsiteY4" fmla="*/ 35436 h 429917"/>
                <a:gd name="connsiteX5" fmla="*/ 14209 w 318504"/>
                <a:gd name="connsiteY5" fmla="*/ 191096 h 429917"/>
                <a:gd name="connsiteX6" fmla="*/ 273126 w 318504"/>
                <a:gd name="connsiteY6" fmla="*/ 417038 h 429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8504" h="429917">
                  <a:moveTo>
                    <a:pt x="273087" y="417038"/>
                  </a:moveTo>
                  <a:cubicBezTo>
                    <a:pt x="317555" y="345014"/>
                    <a:pt x="321000" y="242957"/>
                    <a:pt x="317478" y="148679"/>
                  </a:cubicBezTo>
                  <a:cubicBezTo>
                    <a:pt x="315775" y="104016"/>
                    <a:pt x="312756" y="49833"/>
                    <a:pt x="300566" y="24174"/>
                  </a:cubicBezTo>
                  <a:cubicBezTo>
                    <a:pt x="294218" y="10783"/>
                    <a:pt x="250059" y="-2646"/>
                    <a:pt x="211047" y="450"/>
                  </a:cubicBezTo>
                  <a:cubicBezTo>
                    <a:pt x="166966" y="3972"/>
                    <a:pt x="127490" y="25529"/>
                    <a:pt x="120330" y="35436"/>
                  </a:cubicBezTo>
                  <a:cubicBezTo>
                    <a:pt x="106862" y="54091"/>
                    <a:pt x="68315" y="160483"/>
                    <a:pt x="14209" y="191096"/>
                  </a:cubicBezTo>
                  <a:cubicBezTo>
                    <a:pt x="-67607" y="237345"/>
                    <a:pt x="228657" y="489102"/>
                    <a:pt x="273126" y="417038"/>
                  </a:cubicBezTo>
                  <a:close/>
                </a:path>
              </a:pathLst>
            </a:custGeom>
            <a:solidFill>
              <a:srgbClr val="40273C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18EB451-750E-BEAA-41AE-5E1358AF30E8}"/>
                </a:ext>
              </a:extLst>
            </p:cNvPr>
            <p:cNvSpPr/>
            <p:nvPr/>
          </p:nvSpPr>
          <p:spPr>
            <a:xfrm>
              <a:off x="8493263" y="6182958"/>
              <a:ext cx="136557" cy="65169"/>
            </a:xfrm>
            <a:custGeom>
              <a:avLst/>
              <a:gdLst>
                <a:gd name="connsiteX0" fmla="*/ 792 w 136557"/>
                <a:gd name="connsiteY0" fmla="*/ 4180 h 65169"/>
                <a:gd name="connsiteX1" fmla="*/ 792 w 136557"/>
                <a:gd name="connsiteY1" fmla="*/ 54570 h 65169"/>
                <a:gd name="connsiteX2" fmla="*/ 123516 w 136557"/>
                <a:gd name="connsiteY2" fmla="*/ 62852 h 65169"/>
                <a:gd name="connsiteX3" fmla="*/ 136558 w 136557"/>
                <a:gd name="connsiteY3" fmla="*/ 0 h 65169"/>
                <a:gd name="connsiteX4" fmla="*/ 792 w 136557"/>
                <a:gd name="connsiteY4" fmla="*/ 4141 h 65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557" h="65169">
                  <a:moveTo>
                    <a:pt x="792" y="4180"/>
                  </a:moveTo>
                  <a:cubicBezTo>
                    <a:pt x="792" y="4180"/>
                    <a:pt x="-989" y="46868"/>
                    <a:pt x="792" y="54570"/>
                  </a:cubicBezTo>
                  <a:cubicBezTo>
                    <a:pt x="2572" y="62272"/>
                    <a:pt x="119954" y="68812"/>
                    <a:pt x="123516" y="62852"/>
                  </a:cubicBezTo>
                  <a:cubicBezTo>
                    <a:pt x="127076" y="56892"/>
                    <a:pt x="136558" y="0"/>
                    <a:pt x="136558" y="0"/>
                  </a:cubicBezTo>
                  <a:lnTo>
                    <a:pt x="792" y="4141"/>
                  </a:lnTo>
                  <a:close/>
                </a:path>
              </a:pathLst>
            </a:custGeom>
            <a:solidFill>
              <a:srgbClr val="40273C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C81FF37-07D0-A085-B533-6D58B3DC38FA}"/>
                </a:ext>
              </a:extLst>
            </p:cNvPr>
            <p:cNvSpPr/>
            <p:nvPr/>
          </p:nvSpPr>
          <p:spPr>
            <a:xfrm>
              <a:off x="8676826" y="5471498"/>
              <a:ext cx="979450" cy="314300"/>
            </a:xfrm>
            <a:custGeom>
              <a:avLst/>
              <a:gdLst>
                <a:gd name="connsiteX0" fmla="*/ 520 w 979450"/>
                <a:gd name="connsiteY0" fmla="*/ 192234 h 314300"/>
                <a:gd name="connsiteX1" fmla="*/ 442459 w 979450"/>
                <a:gd name="connsiteY1" fmla="*/ 1 h 314300"/>
                <a:gd name="connsiteX2" fmla="*/ 979449 w 979450"/>
                <a:gd name="connsiteY2" fmla="*/ 128221 h 314300"/>
                <a:gd name="connsiteX3" fmla="*/ 490140 w 979450"/>
                <a:gd name="connsiteY3" fmla="*/ 314300 h 314300"/>
                <a:gd name="connsiteX4" fmla="*/ 559 w 979450"/>
                <a:gd name="connsiteY4" fmla="*/ 192234 h 3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9450" h="314300">
                  <a:moveTo>
                    <a:pt x="520" y="192234"/>
                  </a:moveTo>
                  <a:cubicBezTo>
                    <a:pt x="-11323" y="76979"/>
                    <a:pt x="180252" y="1"/>
                    <a:pt x="442459" y="1"/>
                  </a:cubicBezTo>
                  <a:cubicBezTo>
                    <a:pt x="704665" y="1"/>
                    <a:pt x="978908" y="-1625"/>
                    <a:pt x="979449" y="128221"/>
                  </a:cubicBezTo>
                  <a:cubicBezTo>
                    <a:pt x="979992" y="258066"/>
                    <a:pt x="636781" y="314300"/>
                    <a:pt x="490140" y="314300"/>
                  </a:cubicBezTo>
                  <a:cubicBezTo>
                    <a:pt x="343498" y="314300"/>
                    <a:pt x="12402" y="307488"/>
                    <a:pt x="559" y="192234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AF68AED-88E4-62F5-F7E9-F6C0EC171498}"/>
                </a:ext>
              </a:extLst>
            </p:cNvPr>
            <p:cNvSpPr/>
            <p:nvPr/>
          </p:nvSpPr>
          <p:spPr>
            <a:xfrm>
              <a:off x="8743721" y="5369394"/>
              <a:ext cx="135603" cy="526116"/>
            </a:xfrm>
            <a:custGeom>
              <a:avLst/>
              <a:gdLst>
                <a:gd name="connsiteX0" fmla="*/ 25931 w 135603"/>
                <a:gd name="connsiteY0" fmla="*/ 457157 h 526116"/>
                <a:gd name="connsiteX1" fmla="*/ 3986 w 135603"/>
                <a:gd name="connsiteY1" fmla="*/ 246309 h 526116"/>
                <a:gd name="connsiteX2" fmla="*/ 0 w 135603"/>
                <a:gd name="connsiteY2" fmla="*/ 29732 h 526116"/>
                <a:gd name="connsiteX3" fmla="*/ 132129 w 135603"/>
                <a:gd name="connsiteY3" fmla="*/ 12007 h 526116"/>
                <a:gd name="connsiteX4" fmla="*/ 95324 w 135603"/>
                <a:gd name="connsiteY4" fmla="*/ 239459 h 526116"/>
                <a:gd name="connsiteX5" fmla="*/ 117345 w 135603"/>
                <a:gd name="connsiteY5" fmla="*/ 517339 h 526116"/>
                <a:gd name="connsiteX6" fmla="*/ 25970 w 135603"/>
                <a:gd name="connsiteY6" fmla="*/ 457119 h 52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603" h="526116">
                  <a:moveTo>
                    <a:pt x="25931" y="457157"/>
                  </a:moveTo>
                  <a:cubicBezTo>
                    <a:pt x="23299" y="441367"/>
                    <a:pt x="6812" y="347128"/>
                    <a:pt x="3986" y="246309"/>
                  </a:cubicBezTo>
                  <a:cubicBezTo>
                    <a:pt x="968" y="138601"/>
                    <a:pt x="0" y="29732"/>
                    <a:pt x="0" y="29732"/>
                  </a:cubicBezTo>
                  <a:cubicBezTo>
                    <a:pt x="0" y="29732"/>
                    <a:pt x="161040" y="-23018"/>
                    <a:pt x="132129" y="12007"/>
                  </a:cubicBezTo>
                  <a:cubicBezTo>
                    <a:pt x="103258" y="47032"/>
                    <a:pt x="94317" y="118283"/>
                    <a:pt x="95324" y="239459"/>
                  </a:cubicBezTo>
                  <a:cubicBezTo>
                    <a:pt x="96291" y="357577"/>
                    <a:pt x="118080" y="502013"/>
                    <a:pt x="117345" y="517339"/>
                  </a:cubicBezTo>
                  <a:cubicBezTo>
                    <a:pt x="115836" y="548340"/>
                    <a:pt x="31349" y="489784"/>
                    <a:pt x="25970" y="457119"/>
                  </a:cubicBez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60C003-00E9-8541-0285-1F503505C305}"/>
                </a:ext>
              </a:extLst>
            </p:cNvPr>
            <p:cNvSpPr/>
            <p:nvPr/>
          </p:nvSpPr>
          <p:spPr>
            <a:xfrm>
              <a:off x="9356585" y="5329472"/>
              <a:ext cx="245005" cy="540455"/>
            </a:xfrm>
            <a:custGeom>
              <a:avLst/>
              <a:gdLst>
                <a:gd name="connsiteX0" fmla="*/ 173252 w 245005"/>
                <a:gd name="connsiteY0" fmla="*/ 530209 h 540455"/>
                <a:gd name="connsiteX1" fmla="*/ 125029 w 245005"/>
                <a:gd name="connsiteY1" fmla="*/ 265913 h 540455"/>
                <a:gd name="connsiteX2" fmla="*/ 8033 w 245005"/>
                <a:gd name="connsiteY2" fmla="*/ 27547 h 540455"/>
                <a:gd name="connsiteX3" fmla="*/ 104014 w 245005"/>
                <a:gd name="connsiteY3" fmla="*/ 262 h 540455"/>
                <a:gd name="connsiteX4" fmla="*/ 173987 w 245005"/>
                <a:gd name="connsiteY4" fmla="*/ 29714 h 540455"/>
                <a:gd name="connsiteX5" fmla="*/ 216753 w 245005"/>
                <a:gd name="connsiteY5" fmla="*/ 227288 h 540455"/>
                <a:gd name="connsiteX6" fmla="*/ 245005 w 245005"/>
                <a:gd name="connsiteY6" fmla="*/ 473433 h 540455"/>
                <a:gd name="connsiteX7" fmla="*/ 173290 w 245005"/>
                <a:gd name="connsiteY7" fmla="*/ 530170 h 54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5005" h="540455">
                  <a:moveTo>
                    <a:pt x="173252" y="530209"/>
                  </a:moveTo>
                  <a:cubicBezTo>
                    <a:pt x="170543" y="513838"/>
                    <a:pt x="150727" y="377181"/>
                    <a:pt x="125029" y="265913"/>
                  </a:cubicBezTo>
                  <a:cubicBezTo>
                    <a:pt x="99330" y="154683"/>
                    <a:pt x="68485" y="35249"/>
                    <a:pt x="8033" y="27547"/>
                  </a:cubicBezTo>
                  <a:cubicBezTo>
                    <a:pt x="-26760" y="23096"/>
                    <a:pt x="60087" y="-2873"/>
                    <a:pt x="104014" y="262"/>
                  </a:cubicBezTo>
                  <a:cubicBezTo>
                    <a:pt x="136446" y="2584"/>
                    <a:pt x="173987" y="29714"/>
                    <a:pt x="173987" y="29714"/>
                  </a:cubicBezTo>
                  <a:cubicBezTo>
                    <a:pt x="173987" y="29714"/>
                    <a:pt x="200769" y="125424"/>
                    <a:pt x="216753" y="227288"/>
                  </a:cubicBezTo>
                  <a:cubicBezTo>
                    <a:pt x="234517" y="340685"/>
                    <a:pt x="244967" y="436356"/>
                    <a:pt x="245005" y="473433"/>
                  </a:cubicBezTo>
                  <a:cubicBezTo>
                    <a:pt x="245005" y="510509"/>
                    <a:pt x="178708" y="562834"/>
                    <a:pt x="173290" y="530170"/>
                  </a:cubicBez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55264E9-1E0E-0D45-BE15-EA8CAC60A0F4}"/>
                </a:ext>
              </a:extLst>
            </p:cNvPr>
            <p:cNvSpPr/>
            <p:nvPr/>
          </p:nvSpPr>
          <p:spPr>
            <a:xfrm>
              <a:off x="8713474" y="4993568"/>
              <a:ext cx="858818" cy="420536"/>
            </a:xfrm>
            <a:custGeom>
              <a:avLst/>
              <a:gdLst>
                <a:gd name="connsiteX0" fmla="*/ 3271 w 858818"/>
                <a:gd name="connsiteY0" fmla="*/ 420536 h 420536"/>
                <a:gd name="connsiteX1" fmla="*/ 82998 w 858818"/>
                <a:gd name="connsiteY1" fmla="*/ 166032 h 420536"/>
                <a:gd name="connsiteX2" fmla="*/ 419822 w 858818"/>
                <a:gd name="connsiteY2" fmla="*/ 0 h 420536"/>
                <a:gd name="connsiteX3" fmla="*/ 760477 w 858818"/>
                <a:gd name="connsiteY3" fmla="*/ 139637 h 420536"/>
                <a:gd name="connsiteX4" fmla="*/ 858819 w 858818"/>
                <a:gd name="connsiteY4" fmla="*/ 380131 h 420536"/>
                <a:gd name="connsiteX5" fmla="*/ 426052 w 858818"/>
                <a:gd name="connsiteY5" fmla="*/ 362019 h 420536"/>
                <a:gd name="connsiteX6" fmla="*/ 3271 w 858818"/>
                <a:gd name="connsiteY6" fmla="*/ 420498 h 42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8818" h="420536">
                  <a:moveTo>
                    <a:pt x="3271" y="420536"/>
                  </a:moveTo>
                  <a:cubicBezTo>
                    <a:pt x="3271" y="372391"/>
                    <a:pt x="-24710" y="204579"/>
                    <a:pt x="82998" y="166032"/>
                  </a:cubicBezTo>
                  <a:cubicBezTo>
                    <a:pt x="190667" y="127484"/>
                    <a:pt x="191247" y="0"/>
                    <a:pt x="419822" y="0"/>
                  </a:cubicBezTo>
                  <a:cubicBezTo>
                    <a:pt x="648396" y="0"/>
                    <a:pt x="670650" y="112081"/>
                    <a:pt x="760477" y="139637"/>
                  </a:cubicBezTo>
                  <a:cubicBezTo>
                    <a:pt x="850304" y="167193"/>
                    <a:pt x="858819" y="380131"/>
                    <a:pt x="858819" y="380131"/>
                  </a:cubicBezTo>
                  <a:cubicBezTo>
                    <a:pt x="858819" y="380131"/>
                    <a:pt x="665618" y="354085"/>
                    <a:pt x="426052" y="362019"/>
                  </a:cubicBezTo>
                  <a:cubicBezTo>
                    <a:pt x="186526" y="369991"/>
                    <a:pt x="3271" y="420498"/>
                    <a:pt x="3271" y="420498"/>
                  </a:cubicBez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53D6C87-6F9A-4D76-0627-384E09607F68}"/>
                </a:ext>
              </a:extLst>
            </p:cNvPr>
            <p:cNvSpPr/>
            <p:nvPr/>
          </p:nvSpPr>
          <p:spPr>
            <a:xfrm>
              <a:off x="8806470" y="5120627"/>
              <a:ext cx="550687" cy="192639"/>
            </a:xfrm>
            <a:custGeom>
              <a:avLst/>
              <a:gdLst>
                <a:gd name="connsiteX0" fmla="*/ 645 w 550687"/>
                <a:gd name="connsiteY0" fmla="*/ 169979 h 192639"/>
                <a:gd name="connsiteX1" fmla="*/ 296561 w 550687"/>
                <a:gd name="connsiteY1" fmla="*/ 116 h 192639"/>
                <a:gd name="connsiteX2" fmla="*/ 550640 w 550687"/>
                <a:gd name="connsiteY2" fmla="*/ 124930 h 192639"/>
                <a:gd name="connsiteX3" fmla="*/ 306353 w 550687"/>
                <a:gd name="connsiteY3" fmla="*/ 168199 h 192639"/>
                <a:gd name="connsiteX4" fmla="*/ 645 w 550687"/>
                <a:gd name="connsiteY4" fmla="*/ 169979 h 192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687" h="192639">
                  <a:moveTo>
                    <a:pt x="645" y="169979"/>
                  </a:moveTo>
                  <a:cubicBezTo>
                    <a:pt x="-11159" y="121601"/>
                    <a:pt x="140940" y="3676"/>
                    <a:pt x="296561" y="116"/>
                  </a:cubicBezTo>
                  <a:cubicBezTo>
                    <a:pt x="452220" y="-3445"/>
                    <a:pt x="547969" y="76010"/>
                    <a:pt x="550640" y="124930"/>
                  </a:cubicBezTo>
                  <a:cubicBezTo>
                    <a:pt x="553311" y="173849"/>
                    <a:pt x="441539" y="161116"/>
                    <a:pt x="306353" y="168199"/>
                  </a:cubicBezTo>
                  <a:cubicBezTo>
                    <a:pt x="171167" y="175320"/>
                    <a:pt x="12450" y="218357"/>
                    <a:pt x="645" y="169979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81886EE-2139-46A6-C35B-E3B2BA62DAD1}"/>
                </a:ext>
              </a:extLst>
            </p:cNvPr>
            <p:cNvSpPr/>
            <p:nvPr/>
          </p:nvSpPr>
          <p:spPr>
            <a:xfrm>
              <a:off x="8875867" y="5242238"/>
              <a:ext cx="558839" cy="768676"/>
            </a:xfrm>
            <a:custGeom>
              <a:avLst/>
              <a:gdLst>
                <a:gd name="connsiteX0" fmla="*/ 386654 w 558839"/>
                <a:gd name="connsiteY0" fmla="*/ 138737 h 768676"/>
                <a:gd name="connsiteX1" fmla="*/ 397027 w 558839"/>
                <a:gd name="connsiteY1" fmla="*/ 73718 h 768676"/>
                <a:gd name="connsiteX2" fmla="*/ 188306 w 558839"/>
                <a:gd name="connsiteY2" fmla="*/ 17019 h 768676"/>
                <a:gd name="connsiteX3" fmla="*/ 175883 w 558839"/>
                <a:gd name="connsiteY3" fmla="*/ 139356 h 768676"/>
                <a:gd name="connsiteX4" fmla="*/ 2924 w 558839"/>
                <a:gd name="connsiteY4" fmla="*/ 480824 h 768676"/>
                <a:gd name="connsiteX5" fmla="*/ 204639 w 558839"/>
                <a:gd name="connsiteY5" fmla="*/ 720467 h 768676"/>
                <a:gd name="connsiteX6" fmla="*/ 438244 w 558839"/>
                <a:gd name="connsiteY6" fmla="*/ 735058 h 768676"/>
                <a:gd name="connsiteX7" fmla="*/ 558027 w 558839"/>
                <a:gd name="connsiteY7" fmla="*/ 429041 h 768676"/>
                <a:gd name="connsiteX8" fmla="*/ 386654 w 558839"/>
                <a:gd name="connsiteY8" fmla="*/ 138737 h 768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39" h="768676">
                  <a:moveTo>
                    <a:pt x="386654" y="138737"/>
                  </a:moveTo>
                  <a:cubicBezTo>
                    <a:pt x="392343" y="124533"/>
                    <a:pt x="417500" y="115593"/>
                    <a:pt x="397027" y="73718"/>
                  </a:cubicBezTo>
                  <a:cubicBezTo>
                    <a:pt x="376554" y="31842"/>
                    <a:pt x="251468" y="-30352"/>
                    <a:pt x="188306" y="17019"/>
                  </a:cubicBezTo>
                  <a:cubicBezTo>
                    <a:pt x="125145" y="64391"/>
                    <a:pt x="172864" y="122211"/>
                    <a:pt x="175883" y="139356"/>
                  </a:cubicBezTo>
                  <a:cubicBezTo>
                    <a:pt x="33692" y="205266"/>
                    <a:pt x="-12828" y="383257"/>
                    <a:pt x="2924" y="480824"/>
                  </a:cubicBezTo>
                  <a:cubicBezTo>
                    <a:pt x="20262" y="588184"/>
                    <a:pt x="33692" y="729911"/>
                    <a:pt x="204639" y="720467"/>
                  </a:cubicBezTo>
                  <a:cubicBezTo>
                    <a:pt x="287964" y="790054"/>
                    <a:pt x="373845" y="774573"/>
                    <a:pt x="438244" y="735058"/>
                  </a:cubicBezTo>
                  <a:cubicBezTo>
                    <a:pt x="502644" y="695543"/>
                    <a:pt x="543901" y="615662"/>
                    <a:pt x="558027" y="429041"/>
                  </a:cubicBezTo>
                  <a:cubicBezTo>
                    <a:pt x="567586" y="302911"/>
                    <a:pt x="491731" y="186728"/>
                    <a:pt x="386654" y="138737"/>
                  </a:cubicBezTo>
                  <a:close/>
                </a:path>
              </a:pathLst>
            </a:custGeom>
            <a:solidFill>
              <a:srgbClr val="2D1917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99AA23F-D12E-BFB1-A433-92B2BBE6D020}"/>
                </a:ext>
              </a:extLst>
            </p:cNvPr>
            <p:cNvSpPr/>
            <p:nvPr/>
          </p:nvSpPr>
          <p:spPr>
            <a:xfrm>
              <a:off x="8943314" y="5479424"/>
              <a:ext cx="209322" cy="375502"/>
            </a:xfrm>
            <a:custGeom>
              <a:avLst/>
              <a:gdLst>
                <a:gd name="connsiteX0" fmla="*/ 105456 w 209322"/>
                <a:gd name="connsiteY0" fmla="*/ 4499 h 375502"/>
                <a:gd name="connsiteX1" fmla="*/ 65439 w 209322"/>
                <a:gd name="connsiteY1" fmla="*/ 354326 h 375502"/>
                <a:gd name="connsiteX2" fmla="*/ 207088 w 209322"/>
                <a:gd name="connsiteY2" fmla="*/ 171575 h 375502"/>
                <a:gd name="connsiteX3" fmla="*/ 105456 w 209322"/>
                <a:gd name="connsiteY3" fmla="*/ 4499 h 375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322" h="375502">
                  <a:moveTo>
                    <a:pt x="105456" y="4499"/>
                  </a:moveTo>
                  <a:cubicBezTo>
                    <a:pt x="22751" y="25862"/>
                    <a:pt x="-62626" y="283192"/>
                    <a:pt x="65439" y="354326"/>
                  </a:cubicBezTo>
                  <a:cubicBezTo>
                    <a:pt x="193504" y="425461"/>
                    <a:pt x="217731" y="305446"/>
                    <a:pt x="207088" y="171575"/>
                  </a:cubicBezTo>
                  <a:cubicBezTo>
                    <a:pt x="196406" y="37705"/>
                    <a:pt x="188202" y="-16865"/>
                    <a:pt x="105456" y="4499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1C62C8F-26FD-D445-88BF-43A0AC1A79D2}"/>
              </a:ext>
            </a:extLst>
          </p:cNvPr>
          <p:cNvGrpSpPr/>
          <p:nvPr/>
        </p:nvGrpSpPr>
        <p:grpSpPr>
          <a:xfrm>
            <a:off x="2397709" y="2381935"/>
            <a:ext cx="1359136" cy="1867403"/>
            <a:chOff x="2397709" y="2381935"/>
            <a:chExt cx="1359136" cy="186740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8155C6A-9FBC-03BD-6075-38EFA1B3B18F}"/>
                </a:ext>
              </a:extLst>
            </p:cNvPr>
            <p:cNvSpPr/>
            <p:nvPr/>
          </p:nvSpPr>
          <p:spPr>
            <a:xfrm>
              <a:off x="3251985" y="3840450"/>
              <a:ext cx="202726" cy="408888"/>
            </a:xfrm>
            <a:custGeom>
              <a:avLst/>
              <a:gdLst>
                <a:gd name="connsiteX0" fmla="*/ 29641 w 202726"/>
                <a:gd name="connsiteY0" fmla="*/ 14272 h 408888"/>
                <a:gd name="connsiteX1" fmla="*/ 11064 w 202726"/>
                <a:gd name="connsiteY1" fmla="*/ 160140 h 408888"/>
                <a:gd name="connsiteX2" fmla="*/ 73 w 202726"/>
                <a:gd name="connsiteY2" fmla="*/ 299390 h 408888"/>
                <a:gd name="connsiteX3" fmla="*/ 52862 w 202726"/>
                <a:gd name="connsiteY3" fmla="*/ 400983 h 408888"/>
                <a:gd name="connsiteX4" fmla="*/ 151320 w 202726"/>
                <a:gd name="connsiteY4" fmla="*/ 381206 h 408888"/>
                <a:gd name="connsiteX5" fmla="*/ 202523 w 202726"/>
                <a:gd name="connsiteY5" fmla="*/ 244046 h 408888"/>
                <a:gd name="connsiteX6" fmla="*/ 186152 w 202726"/>
                <a:gd name="connsiteY6" fmla="*/ 116949 h 408888"/>
                <a:gd name="connsiteX7" fmla="*/ 155307 w 202726"/>
                <a:gd name="connsiteY7" fmla="*/ 3087 h 408888"/>
                <a:gd name="connsiteX8" fmla="*/ 29641 w 202726"/>
                <a:gd name="connsiteY8" fmla="*/ 14272 h 40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2726" h="408888">
                  <a:moveTo>
                    <a:pt x="29641" y="14272"/>
                  </a:moveTo>
                  <a:cubicBezTo>
                    <a:pt x="7774" y="54484"/>
                    <a:pt x="10097" y="131036"/>
                    <a:pt x="11064" y="160140"/>
                  </a:cubicBezTo>
                  <a:cubicBezTo>
                    <a:pt x="12032" y="189244"/>
                    <a:pt x="-1088" y="259914"/>
                    <a:pt x="73" y="299390"/>
                  </a:cubicBezTo>
                  <a:cubicBezTo>
                    <a:pt x="1195" y="338866"/>
                    <a:pt x="26081" y="386044"/>
                    <a:pt x="52862" y="400983"/>
                  </a:cubicBezTo>
                  <a:cubicBezTo>
                    <a:pt x="79644" y="415922"/>
                    <a:pt x="131582" y="409884"/>
                    <a:pt x="151320" y="381206"/>
                  </a:cubicBezTo>
                  <a:cubicBezTo>
                    <a:pt x="171058" y="352528"/>
                    <a:pt x="205697" y="299080"/>
                    <a:pt x="202523" y="244046"/>
                  </a:cubicBezTo>
                  <a:cubicBezTo>
                    <a:pt x="199350" y="188973"/>
                    <a:pt x="200549" y="188199"/>
                    <a:pt x="186152" y="116949"/>
                  </a:cubicBezTo>
                  <a:cubicBezTo>
                    <a:pt x="171755" y="45698"/>
                    <a:pt x="168775" y="14156"/>
                    <a:pt x="155307" y="3087"/>
                  </a:cubicBezTo>
                  <a:cubicBezTo>
                    <a:pt x="141838" y="-7982"/>
                    <a:pt x="29641" y="14272"/>
                    <a:pt x="29641" y="14272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49C2516-3BBC-762C-4464-D3E737A0A17A}"/>
                </a:ext>
              </a:extLst>
            </p:cNvPr>
            <p:cNvSpPr/>
            <p:nvPr/>
          </p:nvSpPr>
          <p:spPr>
            <a:xfrm>
              <a:off x="3270054" y="3696585"/>
              <a:ext cx="139957" cy="246570"/>
            </a:xfrm>
            <a:custGeom>
              <a:avLst/>
              <a:gdLst>
                <a:gd name="connsiteX0" fmla="*/ 39 w 139957"/>
                <a:gd name="connsiteY0" fmla="*/ 0 h 246570"/>
                <a:gd name="connsiteX1" fmla="*/ 5960 w 139957"/>
                <a:gd name="connsiteY1" fmla="*/ 156356 h 246570"/>
                <a:gd name="connsiteX2" fmla="*/ 82552 w 139957"/>
                <a:gd name="connsiteY2" fmla="*/ 246570 h 246570"/>
                <a:gd name="connsiteX3" fmla="*/ 136386 w 139957"/>
                <a:gd name="connsiteY3" fmla="*/ 156356 h 246570"/>
                <a:gd name="connsiteX4" fmla="*/ 136386 w 139957"/>
                <a:gd name="connsiteY4" fmla="*/ 34212 h 246570"/>
                <a:gd name="connsiteX5" fmla="*/ 0 w 139957"/>
                <a:gd name="connsiteY5" fmla="*/ 0 h 246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957" h="246570">
                  <a:moveTo>
                    <a:pt x="39" y="0"/>
                  </a:moveTo>
                  <a:cubicBezTo>
                    <a:pt x="39" y="0"/>
                    <a:pt x="4257" y="126672"/>
                    <a:pt x="5960" y="156356"/>
                  </a:cubicBezTo>
                  <a:cubicBezTo>
                    <a:pt x="7586" y="184067"/>
                    <a:pt x="36999" y="246570"/>
                    <a:pt x="82552" y="246570"/>
                  </a:cubicBezTo>
                  <a:cubicBezTo>
                    <a:pt x="128104" y="246570"/>
                    <a:pt x="132980" y="177642"/>
                    <a:pt x="136386" y="156356"/>
                  </a:cubicBezTo>
                  <a:cubicBezTo>
                    <a:pt x="139830" y="135070"/>
                    <a:pt x="142307" y="62659"/>
                    <a:pt x="136386" y="34212"/>
                  </a:cubicBezTo>
                  <a:cubicBezTo>
                    <a:pt x="130465" y="576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EEEA0BF-08BE-602B-AB79-E66D5A8B5FC2}"/>
                </a:ext>
              </a:extLst>
            </p:cNvPr>
            <p:cNvSpPr/>
            <p:nvPr/>
          </p:nvSpPr>
          <p:spPr>
            <a:xfrm>
              <a:off x="3138274" y="3162231"/>
              <a:ext cx="313356" cy="656275"/>
            </a:xfrm>
            <a:custGeom>
              <a:avLst/>
              <a:gdLst>
                <a:gd name="connsiteX0" fmla="*/ 123537 w 313356"/>
                <a:gd name="connsiteY0" fmla="*/ 604753 h 656275"/>
                <a:gd name="connsiteX1" fmla="*/ 206398 w 313356"/>
                <a:gd name="connsiteY1" fmla="*/ 656227 h 656275"/>
                <a:gd name="connsiteX2" fmla="*/ 291929 w 313356"/>
                <a:gd name="connsiteY2" fmla="*/ 582809 h 656275"/>
                <a:gd name="connsiteX3" fmla="*/ 301992 w 313356"/>
                <a:gd name="connsiteY3" fmla="*/ 426569 h 656275"/>
                <a:gd name="connsiteX4" fmla="*/ 291426 w 313356"/>
                <a:gd name="connsiteY4" fmla="*/ 318823 h 656275"/>
                <a:gd name="connsiteX5" fmla="*/ 308571 w 313356"/>
                <a:gd name="connsiteY5" fmla="*/ 49340 h 656275"/>
                <a:gd name="connsiteX6" fmla="*/ 0 w 313356"/>
                <a:gd name="connsiteY6" fmla="*/ 112618 h 656275"/>
                <a:gd name="connsiteX7" fmla="*/ 40134 w 313356"/>
                <a:gd name="connsiteY7" fmla="*/ 406754 h 656275"/>
                <a:gd name="connsiteX8" fmla="*/ 123537 w 313356"/>
                <a:gd name="connsiteY8" fmla="*/ 604715 h 65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3356" h="656275">
                  <a:moveTo>
                    <a:pt x="123537" y="604753"/>
                  </a:moveTo>
                  <a:cubicBezTo>
                    <a:pt x="123537" y="604753"/>
                    <a:pt x="157827" y="653982"/>
                    <a:pt x="206398" y="656227"/>
                  </a:cubicBezTo>
                  <a:cubicBezTo>
                    <a:pt x="254969" y="658472"/>
                    <a:pt x="291929" y="582809"/>
                    <a:pt x="291929" y="582809"/>
                  </a:cubicBezTo>
                  <a:cubicBezTo>
                    <a:pt x="291929" y="582809"/>
                    <a:pt x="315267" y="498013"/>
                    <a:pt x="301992" y="426569"/>
                  </a:cubicBezTo>
                  <a:cubicBezTo>
                    <a:pt x="288717" y="355125"/>
                    <a:pt x="291426" y="318823"/>
                    <a:pt x="291426" y="318823"/>
                  </a:cubicBezTo>
                  <a:cubicBezTo>
                    <a:pt x="291426" y="318823"/>
                    <a:pt x="325677" y="189674"/>
                    <a:pt x="308571" y="49340"/>
                  </a:cubicBezTo>
                  <a:cubicBezTo>
                    <a:pt x="291465" y="-90993"/>
                    <a:pt x="0" y="112618"/>
                    <a:pt x="0" y="112618"/>
                  </a:cubicBezTo>
                  <a:cubicBezTo>
                    <a:pt x="0" y="112618"/>
                    <a:pt x="39" y="328498"/>
                    <a:pt x="40134" y="406754"/>
                  </a:cubicBezTo>
                  <a:cubicBezTo>
                    <a:pt x="80229" y="485009"/>
                    <a:pt x="123537" y="604715"/>
                    <a:pt x="123537" y="604715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42F2137-6DBA-B47D-DD5B-5A619F8449EE}"/>
                </a:ext>
              </a:extLst>
            </p:cNvPr>
            <p:cNvSpPr/>
            <p:nvPr/>
          </p:nvSpPr>
          <p:spPr>
            <a:xfrm>
              <a:off x="2780410" y="2381935"/>
              <a:ext cx="185101" cy="361940"/>
            </a:xfrm>
            <a:custGeom>
              <a:avLst/>
              <a:gdLst>
                <a:gd name="connsiteX0" fmla="*/ 174532 w 185101"/>
                <a:gd name="connsiteY0" fmla="*/ 302786 h 361940"/>
                <a:gd name="connsiteX1" fmla="*/ 180067 w 185101"/>
                <a:gd name="connsiteY1" fmla="*/ 105483 h 361940"/>
                <a:gd name="connsiteX2" fmla="*/ 151195 w 185101"/>
                <a:gd name="connsiteY2" fmla="*/ 22544 h 361940"/>
                <a:gd name="connsiteX3" fmla="*/ 51189 w 185101"/>
                <a:gd name="connsiteY3" fmla="*/ 16662 h 361940"/>
                <a:gd name="connsiteX4" fmla="*/ 14809 w 185101"/>
                <a:gd name="connsiteY4" fmla="*/ 145191 h 361940"/>
                <a:gd name="connsiteX5" fmla="*/ 567 w 185101"/>
                <a:gd name="connsiteY5" fmla="*/ 307662 h 361940"/>
                <a:gd name="connsiteX6" fmla="*/ 85943 w 185101"/>
                <a:gd name="connsiteY6" fmla="*/ 361613 h 361940"/>
                <a:gd name="connsiteX7" fmla="*/ 174571 w 185101"/>
                <a:gd name="connsiteY7" fmla="*/ 302747 h 36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5101" h="361940">
                  <a:moveTo>
                    <a:pt x="174532" y="302786"/>
                  </a:moveTo>
                  <a:cubicBezTo>
                    <a:pt x="187884" y="241869"/>
                    <a:pt x="187226" y="178436"/>
                    <a:pt x="180067" y="105483"/>
                  </a:cubicBezTo>
                  <a:cubicBezTo>
                    <a:pt x="177319" y="77462"/>
                    <a:pt x="163851" y="39922"/>
                    <a:pt x="151195" y="22544"/>
                  </a:cubicBezTo>
                  <a:cubicBezTo>
                    <a:pt x="138539" y="5206"/>
                    <a:pt x="72630" y="-15074"/>
                    <a:pt x="51189" y="16662"/>
                  </a:cubicBezTo>
                  <a:cubicBezTo>
                    <a:pt x="29748" y="48397"/>
                    <a:pt x="18369" y="75837"/>
                    <a:pt x="14809" y="145191"/>
                  </a:cubicBezTo>
                  <a:cubicBezTo>
                    <a:pt x="11248" y="214545"/>
                    <a:pt x="-2994" y="246590"/>
                    <a:pt x="567" y="307662"/>
                  </a:cubicBezTo>
                  <a:cubicBezTo>
                    <a:pt x="4127" y="368734"/>
                    <a:pt x="43100" y="357433"/>
                    <a:pt x="85943" y="361613"/>
                  </a:cubicBezTo>
                  <a:cubicBezTo>
                    <a:pt x="126735" y="365599"/>
                    <a:pt x="168069" y="332470"/>
                    <a:pt x="174571" y="302747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7ABDE9E-C2DD-7B65-6AC0-35ACEE8476D2}"/>
                </a:ext>
              </a:extLst>
            </p:cNvPr>
            <p:cNvSpPr/>
            <p:nvPr/>
          </p:nvSpPr>
          <p:spPr>
            <a:xfrm>
              <a:off x="2802989" y="2454211"/>
              <a:ext cx="157516" cy="277187"/>
            </a:xfrm>
            <a:custGeom>
              <a:avLst/>
              <a:gdLst>
                <a:gd name="connsiteX0" fmla="*/ 156017 w 157516"/>
                <a:gd name="connsiteY0" fmla="*/ 203379 h 277187"/>
                <a:gd name="connsiteX1" fmla="*/ 132408 w 157516"/>
                <a:gd name="connsiteY1" fmla="*/ 69973 h 277187"/>
                <a:gd name="connsiteX2" fmla="*/ 82560 w 157516"/>
                <a:gd name="connsiteY2" fmla="*/ 0 h 277187"/>
                <a:gd name="connsiteX3" fmla="*/ 23462 w 157516"/>
                <a:gd name="connsiteY3" fmla="*/ 90872 h 277187"/>
                <a:gd name="connsiteX4" fmla="*/ 125 w 157516"/>
                <a:gd name="connsiteY4" fmla="*/ 222343 h 277187"/>
                <a:gd name="connsiteX5" fmla="*/ 78767 w 157516"/>
                <a:gd name="connsiteY5" fmla="*/ 277184 h 277187"/>
                <a:gd name="connsiteX6" fmla="*/ 156055 w 157516"/>
                <a:gd name="connsiteY6" fmla="*/ 203379 h 277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7516" h="277187">
                  <a:moveTo>
                    <a:pt x="156017" y="203379"/>
                  </a:moveTo>
                  <a:cubicBezTo>
                    <a:pt x="136588" y="136734"/>
                    <a:pt x="143322" y="116067"/>
                    <a:pt x="132408" y="69973"/>
                  </a:cubicBezTo>
                  <a:cubicBezTo>
                    <a:pt x="123507" y="32355"/>
                    <a:pt x="102337" y="0"/>
                    <a:pt x="82560" y="0"/>
                  </a:cubicBezTo>
                  <a:cubicBezTo>
                    <a:pt x="38556" y="0"/>
                    <a:pt x="28803" y="42418"/>
                    <a:pt x="23462" y="90872"/>
                  </a:cubicBezTo>
                  <a:cubicBezTo>
                    <a:pt x="21914" y="105076"/>
                    <a:pt x="5621" y="190104"/>
                    <a:pt x="125" y="222343"/>
                  </a:cubicBezTo>
                  <a:cubicBezTo>
                    <a:pt x="-2546" y="237901"/>
                    <a:pt x="38091" y="276758"/>
                    <a:pt x="78767" y="277184"/>
                  </a:cubicBezTo>
                  <a:cubicBezTo>
                    <a:pt x="122462" y="277648"/>
                    <a:pt x="166118" y="237863"/>
                    <a:pt x="156055" y="203379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D6BCA3F-7A8B-2FE6-CB09-D2685304752C}"/>
                </a:ext>
              </a:extLst>
            </p:cNvPr>
            <p:cNvSpPr/>
            <p:nvPr/>
          </p:nvSpPr>
          <p:spPr>
            <a:xfrm>
              <a:off x="2705314" y="2574607"/>
              <a:ext cx="374945" cy="412183"/>
            </a:xfrm>
            <a:custGeom>
              <a:avLst/>
              <a:gdLst>
                <a:gd name="connsiteX0" fmla="*/ 261819 w 374945"/>
                <a:gd name="connsiteY0" fmla="*/ 47417 h 412183"/>
                <a:gd name="connsiteX1" fmla="*/ 286704 w 374945"/>
                <a:gd name="connsiteY1" fmla="*/ 185273 h 412183"/>
                <a:gd name="connsiteX2" fmla="*/ 374945 w 374945"/>
                <a:gd name="connsiteY2" fmla="*/ 412183 h 412183"/>
                <a:gd name="connsiteX3" fmla="*/ 0 w 374945"/>
                <a:gd name="connsiteY3" fmla="*/ 382731 h 412183"/>
                <a:gd name="connsiteX4" fmla="*/ 59021 w 374945"/>
                <a:gd name="connsiteY4" fmla="*/ 193865 h 412183"/>
                <a:gd name="connsiteX5" fmla="*/ 94433 w 374945"/>
                <a:gd name="connsiteY5" fmla="*/ 41186 h 412183"/>
                <a:gd name="connsiteX6" fmla="*/ 159684 w 374945"/>
                <a:gd name="connsiteY6" fmla="*/ 316 h 412183"/>
                <a:gd name="connsiteX7" fmla="*/ 261780 w 374945"/>
                <a:gd name="connsiteY7" fmla="*/ 47417 h 412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4945" h="412183">
                  <a:moveTo>
                    <a:pt x="261819" y="47417"/>
                  </a:moveTo>
                  <a:cubicBezTo>
                    <a:pt x="271146" y="74972"/>
                    <a:pt x="278035" y="127220"/>
                    <a:pt x="286704" y="185273"/>
                  </a:cubicBezTo>
                  <a:cubicBezTo>
                    <a:pt x="295374" y="243288"/>
                    <a:pt x="374945" y="412183"/>
                    <a:pt x="374945" y="412183"/>
                  </a:cubicBezTo>
                  <a:lnTo>
                    <a:pt x="0" y="382731"/>
                  </a:lnTo>
                  <a:cubicBezTo>
                    <a:pt x="0" y="382731"/>
                    <a:pt x="51319" y="265619"/>
                    <a:pt x="59021" y="193865"/>
                  </a:cubicBezTo>
                  <a:cubicBezTo>
                    <a:pt x="66722" y="122111"/>
                    <a:pt x="90369" y="46527"/>
                    <a:pt x="94433" y="41186"/>
                  </a:cubicBezTo>
                  <a:cubicBezTo>
                    <a:pt x="103412" y="29420"/>
                    <a:pt x="112739" y="3606"/>
                    <a:pt x="159684" y="316"/>
                  </a:cubicBezTo>
                  <a:cubicBezTo>
                    <a:pt x="206630" y="-2974"/>
                    <a:pt x="252453" y="19861"/>
                    <a:pt x="261780" y="47417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C8A7A3E-61C9-5201-D663-F148EC0EB018}"/>
                </a:ext>
              </a:extLst>
            </p:cNvPr>
            <p:cNvSpPr/>
            <p:nvPr/>
          </p:nvSpPr>
          <p:spPr>
            <a:xfrm>
              <a:off x="3503831" y="2674607"/>
              <a:ext cx="253014" cy="360228"/>
            </a:xfrm>
            <a:custGeom>
              <a:avLst/>
              <a:gdLst>
                <a:gd name="connsiteX0" fmla="*/ 228519 w 253014"/>
                <a:gd name="connsiteY0" fmla="*/ 30858 h 360228"/>
                <a:gd name="connsiteX1" fmla="*/ 190591 w 253014"/>
                <a:gd name="connsiteY1" fmla="*/ 361 h 360228"/>
                <a:gd name="connsiteX2" fmla="*/ 142059 w 253014"/>
                <a:gd name="connsiteY2" fmla="*/ 33103 h 360228"/>
                <a:gd name="connsiteX3" fmla="*/ 100686 w 253014"/>
                <a:gd name="connsiteY3" fmla="*/ 60659 h 360228"/>
                <a:gd name="connsiteX4" fmla="*/ 82303 w 253014"/>
                <a:gd name="connsiteY4" fmla="*/ 147235 h 360228"/>
                <a:gd name="connsiteX5" fmla="*/ 7415 w 253014"/>
                <a:gd name="connsiteY5" fmla="*/ 254866 h 360228"/>
                <a:gd name="connsiteX6" fmla="*/ 236453 w 253014"/>
                <a:gd name="connsiteY6" fmla="*/ 350382 h 360228"/>
                <a:gd name="connsiteX7" fmla="*/ 250695 w 253014"/>
                <a:gd name="connsiteY7" fmla="*/ 184002 h 360228"/>
                <a:gd name="connsiteX8" fmla="*/ 228519 w 253014"/>
                <a:gd name="connsiteY8" fmla="*/ 30897 h 36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3014" h="360228">
                  <a:moveTo>
                    <a:pt x="228519" y="30858"/>
                  </a:moveTo>
                  <a:cubicBezTo>
                    <a:pt x="217721" y="10888"/>
                    <a:pt x="210871" y="3225"/>
                    <a:pt x="190591" y="361"/>
                  </a:cubicBezTo>
                  <a:cubicBezTo>
                    <a:pt x="170273" y="-2503"/>
                    <a:pt x="157385" y="11972"/>
                    <a:pt x="142059" y="33103"/>
                  </a:cubicBezTo>
                  <a:cubicBezTo>
                    <a:pt x="126733" y="54234"/>
                    <a:pt x="111213" y="47268"/>
                    <a:pt x="100686" y="60659"/>
                  </a:cubicBezTo>
                  <a:cubicBezTo>
                    <a:pt x="91011" y="73005"/>
                    <a:pt x="97126" y="95645"/>
                    <a:pt x="82303" y="147235"/>
                  </a:cubicBezTo>
                  <a:cubicBezTo>
                    <a:pt x="67480" y="198825"/>
                    <a:pt x="56373" y="196774"/>
                    <a:pt x="7415" y="254866"/>
                  </a:cubicBezTo>
                  <a:cubicBezTo>
                    <a:pt x="-47542" y="320079"/>
                    <a:pt x="220508" y="385562"/>
                    <a:pt x="236453" y="350382"/>
                  </a:cubicBezTo>
                  <a:cubicBezTo>
                    <a:pt x="252398" y="315202"/>
                    <a:pt x="256075" y="275881"/>
                    <a:pt x="250695" y="184002"/>
                  </a:cubicBezTo>
                  <a:cubicBezTo>
                    <a:pt x="245277" y="92085"/>
                    <a:pt x="231112" y="35657"/>
                    <a:pt x="228519" y="30897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A17F449-E891-4992-4726-C209DAD3F643}"/>
                </a:ext>
              </a:extLst>
            </p:cNvPr>
            <p:cNvSpPr/>
            <p:nvPr/>
          </p:nvSpPr>
          <p:spPr>
            <a:xfrm>
              <a:off x="2397709" y="2953146"/>
              <a:ext cx="337096" cy="1113875"/>
            </a:xfrm>
            <a:custGeom>
              <a:avLst/>
              <a:gdLst>
                <a:gd name="connsiteX0" fmla="*/ 135923 w 337096"/>
                <a:gd name="connsiteY0" fmla="*/ 6514 h 1113875"/>
                <a:gd name="connsiteX1" fmla="*/ 49811 w 337096"/>
                <a:gd name="connsiteY1" fmla="*/ 382505 h 1113875"/>
                <a:gd name="connsiteX2" fmla="*/ 48070 w 337096"/>
                <a:gd name="connsiteY2" fmla="*/ 748355 h 1113875"/>
                <a:gd name="connsiteX3" fmla="*/ 1511 w 337096"/>
                <a:gd name="connsiteY3" fmla="*/ 964893 h 1113875"/>
                <a:gd name="connsiteX4" fmla="*/ 73536 w 337096"/>
                <a:gd name="connsiteY4" fmla="*/ 1084056 h 1113875"/>
                <a:gd name="connsiteX5" fmla="*/ 148192 w 337096"/>
                <a:gd name="connsiteY5" fmla="*/ 1110142 h 1113875"/>
                <a:gd name="connsiteX6" fmla="*/ 129692 w 337096"/>
                <a:gd name="connsiteY6" fmla="*/ 1029719 h 1113875"/>
                <a:gd name="connsiteX7" fmla="*/ 150708 w 337096"/>
                <a:gd name="connsiteY7" fmla="*/ 983160 h 1113875"/>
                <a:gd name="connsiteX8" fmla="*/ 161931 w 337096"/>
                <a:gd name="connsiteY8" fmla="*/ 1056307 h 1113875"/>
                <a:gd name="connsiteX9" fmla="*/ 203613 w 337096"/>
                <a:gd name="connsiteY9" fmla="*/ 926616 h 1113875"/>
                <a:gd name="connsiteX10" fmla="*/ 153765 w 337096"/>
                <a:gd name="connsiteY10" fmla="*/ 808653 h 1113875"/>
                <a:gd name="connsiteX11" fmla="*/ 241193 w 337096"/>
                <a:gd name="connsiteY11" fmla="*/ 442880 h 1113875"/>
                <a:gd name="connsiteX12" fmla="*/ 337097 w 337096"/>
                <a:gd name="connsiteY12" fmla="*/ 228471 h 1113875"/>
                <a:gd name="connsiteX13" fmla="*/ 135885 w 337096"/>
                <a:gd name="connsiteY13" fmla="*/ 6553 h 111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7096" h="1113875">
                  <a:moveTo>
                    <a:pt x="135923" y="6514"/>
                  </a:moveTo>
                  <a:cubicBezTo>
                    <a:pt x="80270" y="58453"/>
                    <a:pt x="63589" y="289388"/>
                    <a:pt x="49811" y="382505"/>
                  </a:cubicBezTo>
                  <a:cubicBezTo>
                    <a:pt x="36033" y="475622"/>
                    <a:pt x="50973" y="698391"/>
                    <a:pt x="48070" y="748355"/>
                  </a:cubicBezTo>
                  <a:cubicBezTo>
                    <a:pt x="45167" y="798358"/>
                    <a:pt x="-9712" y="928203"/>
                    <a:pt x="1511" y="964893"/>
                  </a:cubicBezTo>
                  <a:cubicBezTo>
                    <a:pt x="12735" y="1001621"/>
                    <a:pt x="48921" y="1070008"/>
                    <a:pt x="73536" y="1084056"/>
                  </a:cubicBezTo>
                  <a:cubicBezTo>
                    <a:pt x="98150" y="1098105"/>
                    <a:pt x="139213" y="1123416"/>
                    <a:pt x="148192" y="1110142"/>
                  </a:cubicBezTo>
                  <a:cubicBezTo>
                    <a:pt x="157209" y="1096905"/>
                    <a:pt x="125203" y="1067492"/>
                    <a:pt x="129692" y="1029719"/>
                  </a:cubicBezTo>
                  <a:cubicBezTo>
                    <a:pt x="134143" y="991945"/>
                    <a:pt x="138246" y="981341"/>
                    <a:pt x="150708" y="983160"/>
                  </a:cubicBezTo>
                  <a:cubicBezTo>
                    <a:pt x="163208" y="984979"/>
                    <a:pt x="142503" y="1052437"/>
                    <a:pt x="161931" y="1056307"/>
                  </a:cubicBezTo>
                  <a:cubicBezTo>
                    <a:pt x="181360" y="1060177"/>
                    <a:pt x="209651" y="961487"/>
                    <a:pt x="203613" y="926616"/>
                  </a:cubicBezTo>
                  <a:cubicBezTo>
                    <a:pt x="197576" y="891707"/>
                    <a:pt x="161002" y="850490"/>
                    <a:pt x="153765" y="808653"/>
                  </a:cubicBezTo>
                  <a:cubicBezTo>
                    <a:pt x="146528" y="766816"/>
                    <a:pt x="215921" y="536036"/>
                    <a:pt x="241193" y="442880"/>
                  </a:cubicBezTo>
                  <a:cubicBezTo>
                    <a:pt x="266465" y="349685"/>
                    <a:pt x="337097" y="228471"/>
                    <a:pt x="337097" y="228471"/>
                  </a:cubicBezTo>
                  <a:cubicBezTo>
                    <a:pt x="337097" y="228471"/>
                    <a:pt x="191538" y="-45385"/>
                    <a:pt x="135885" y="6553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A446332-43B3-3C7C-C3D6-C155ECD8A9D9}"/>
                </a:ext>
              </a:extLst>
            </p:cNvPr>
            <p:cNvSpPr/>
            <p:nvPr/>
          </p:nvSpPr>
          <p:spPr>
            <a:xfrm>
              <a:off x="2503131" y="2811808"/>
              <a:ext cx="1246892" cy="564800"/>
            </a:xfrm>
            <a:custGeom>
              <a:avLst/>
              <a:gdLst>
                <a:gd name="connsiteX0" fmla="*/ 1246750 w 1246892"/>
                <a:gd name="connsiteY0" fmla="*/ 193559 h 564800"/>
                <a:gd name="connsiteX1" fmla="*/ 1039424 w 1246892"/>
                <a:gd name="connsiteY1" fmla="*/ 28147 h 564800"/>
                <a:gd name="connsiteX2" fmla="*/ 604026 w 1246892"/>
                <a:gd name="connsiteY2" fmla="*/ 591 h 564800"/>
                <a:gd name="connsiteX3" fmla="*/ 198816 w 1246892"/>
                <a:gd name="connsiteY3" fmla="*/ 55625 h 564800"/>
                <a:gd name="connsiteX4" fmla="*/ 81 w 1246892"/>
                <a:gd name="connsiteY4" fmla="*/ 226882 h 564800"/>
                <a:gd name="connsiteX5" fmla="*/ 137628 w 1246892"/>
                <a:gd name="connsiteY5" fmla="*/ 405066 h 564800"/>
                <a:gd name="connsiteX6" fmla="*/ 383153 w 1246892"/>
                <a:gd name="connsiteY6" fmla="*/ 547877 h 564800"/>
                <a:gd name="connsiteX7" fmla="*/ 606077 w 1246892"/>
                <a:gd name="connsiteY7" fmla="*/ 516799 h 564800"/>
                <a:gd name="connsiteX8" fmla="*/ 873508 w 1246892"/>
                <a:gd name="connsiteY8" fmla="*/ 563435 h 564800"/>
                <a:gd name="connsiteX9" fmla="*/ 1048441 w 1246892"/>
                <a:gd name="connsiteY9" fmla="*/ 421940 h 564800"/>
                <a:gd name="connsiteX10" fmla="*/ 1246789 w 1246892"/>
                <a:gd name="connsiteY10" fmla="*/ 193559 h 56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46892" h="564800">
                  <a:moveTo>
                    <a:pt x="1246750" y="193559"/>
                  </a:moveTo>
                  <a:cubicBezTo>
                    <a:pt x="1251163" y="79311"/>
                    <a:pt x="1152434" y="38442"/>
                    <a:pt x="1039424" y="28147"/>
                  </a:cubicBezTo>
                  <a:cubicBezTo>
                    <a:pt x="926414" y="17852"/>
                    <a:pt x="801445" y="6164"/>
                    <a:pt x="604026" y="591"/>
                  </a:cubicBezTo>
                  <a:cubicBezTo>
                    <a:pt x="406568" y="-4982"/>
                    <a:pt x="285972" y="30043"/>
                    <a:pt x="198816" y="55625"/>
                  </a:cubicBezTo>
                  <a:cubicBezTo>
                    <a:pt x="111659" y="81207"/>
                    <a:pt x="-3480" y="135700"/>
                    <a:pt x="81" y="226882"/>
                  </a:cubicBezTo>
                  <a:cubicBezTo>
                    <a:pt x="3641" y="318064"/>
                    <a:pt x="53993" y="369499"/>
                    <a:pt x="137628" y="405066"/>
                  </a:cubicBezTo>
                  <a:cubicBezTo>
                    <a:pt x="221302" y="440633"/>
                    <a:pt x="266235" y="544974"/>
                    <a:pt x="383153" y="547877"/>
                  </a:cubicBezTo>
                  <a:cubicBezTo>
                    <a:pt x="500072" y="550779"/>
                    <a:pt x="542877" y="521908"/>
                    <a:pt x="606077" y="516799"/>
                  </a:cubicBezTo>
                  <a:cubicBezTo>
                    <a:pt x="669278" y="511651"/>
                    <a:pt x="763827" y="574774"/>
                    <a:pt x="873508" y="563435"/>
                  </a:cubicBezTo>
                  <a:cubicBezTo>
                    <a:pt x="983190" y="552095"/>
                    <a:pt x="1017557" y="449535"/>
                    <a:pt x="1048441" y="421940"/>
                  </a:cubicBezTo>
                  <a:cubicBezTo>
                    <a:pt x="1079287" y="394346"/>
                    <a:pt x="1242377" y="307847"/>
                    <a:pt x="1246789" y="193559"/>
                  </a:cubicBezTo>
                  <a:close/>
                </a:path>
              </a:pathLst>
            </a:custGeom>
            <a:gradFill>
              <a:gsLst>
                <a:gs pos="0">
                  <a:srgbClr val="D5E27B"/>
                </a:gs>
                <a:gs pos="50000">
                  <a:srgbClr val="C9DB58"/>
                </a:gs>
                <a:gs pos="100000">
                  <a:srgbClr val="BED435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F221886-C768-F0DF-014B-78D5868A97A1}"/>
                </a:ext>
              </a:extLst>
            </p:cNvPr>
            <p:cNvSpPr/>
            <p:nvPr/>
          </p:nvSpPr>
          <p:spPr>
            <a:xfrm>
              <a:off x="2632818" y="2933205"/>
              <a:ext cx="981529" cy="292066"/>
            </a:xfrm>
            <a:custGeom>
              <a:avLst/>
              <a:gdLst>
                <a:gd name="connsiteX0" fmla="*/ 510 w 981529"/>
                <a:gd name="connsiteY0" fmla="*/ 163383 h 292066"/>
                <a:gd name="connsiteX1" fmla="*/ 446628 w 981529"/>
                <a:gd name="connsiteY1" fmla="*/ 525 h 292066"/>
                <a:gd name="connsiteX2" fmla="*/ 981529 w 981529"/>
                <a:gd name="connsiteY2" fmla="*/ 106684 h 292066"/>
                <a:gd name="connsiteX3" fmla="*/ 494271 w 981529"/>
                <a:gd name="connsiteY3" fmla="*/ 292067 h 292066"/>
                <a:gd name="connsiteX4" fmla="*/ 471 w 981529"/>
                <a:gd name="connsiteY4" fmla="*/ 163344 h 292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1529" h="292066">
                  <a:moveTo>
                    <a:pt x="510" y="163383"/>
                  </a:moveTo>
                  <a:cubicBezTo>
                    <a:pt x="-11333" y="56449"/>
                    <a:pt x="184461" y="525"/>
                    <a:pt x="446628" y="525"/>
                  </a:cubicBezTo>
                  <a:cubicBezTo>
                    <a:pt x="708796" y="525"/>
                    <a:pt x="980987" y="-13756"/>
                    <a:pt x="981529" y="106684"/>
                  </a:cubicBezTo>
                  <a:cubicBezTo>
                    <a:pt x="982071" y="227125"/>
                    <a:pt x="640951" y="292067"/>
                    <a:pt x="494271" y="292067"/>
                  </a:cubicBezTo>
                  <a:cubicBezTo>
                    <a:pt x="347590" y="292067"/>
                    <a:pt x="12353" y="270278"/>
                    <a:pt x="471" y="163344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B2CF8D6-7B5D-8DED-D943-93BEF3013291}"/>
                </a:ext>
              </a:extLst>
            </p:cNvPr>
            <p:cNvSpPr/>
            <p:nvPr/>
          </p:nvSpPr>
          <p:spPr>
            <a:xfrm>
              <a:off x="2821089" y="2708803"/>
              <a:ext cx="558839" cy="768676"/>
            </a:xfrm>
            <a:custGeom>
              <a:avLst/>
              <a:gdLst>
                <a:gd name="connsiteX0" fmla="*/ 386654 w 558839"/>
                <a:gd name="connsiteY0" fmla="*/ 138737 h 768676"/>
                <a:gd name="connsiteX1" fmla="*/ 397027 w 558839"/>
                <a:gd name="connsiteY1" fmla="*/ 73718 h 768676"/>
                <a:gd name="connsiteX2" fmla="*/ 188307 w 558839"/>
                <a:gd name="connsiteY2" fmla="*/ 17019 h 768676"/>
                <a:gd name="connsiteX3" fmla="*/ 175883 w 558839"/>
                <a:gd name="connsiteY3" fmla="*/ 139356 h 768676"/>
                <a:gd name="connsiteX4" fmla="*/ 2924 w 558839"/>
                <a:gd name="connsiteY4" fmla="*/ 480824 h 768676"/>
                <a:gd name="connsiteX5" fmla="*/ 204639 w 558839"/>
                <a:gd name="connsiteY5" fmla="*/ 720467 h 768676"/>
                <a:gd name="connsiteX6" fmla="*/ 438244 w 558839"/>
                <a:gd name="connsiteY6" fmla="*/ 735058 h 768676"/>
                <a:gd name="connsiteX7" fmla="*/ 558027 w 558839"/>
                <a:gd name="connsiteY7" fmla="*/ 429041 h 768676"/>
                <a:gd name="connsiteX8" fmla="*/ 386654 w 558839"/>
                <a:gd name="connsiteY8" fmla="*/ 138737 h 768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39" h="768676">
                  <a:moveTo>
                    <a:pt x="386654" y="138737"/>
                  </a:moveTo>
                  <a:cubicBezTo>
                    <a:pt x="392344" y="124534"/>
                    <a:pt x="417500" y="115593"/>
                    <a:pt x="397027" y="73718"/>
                  </a:cubicBezTo>
                  <a:cubicBezTo>
                    <a:pt x="376553" y="31842"/>
                    <a:pt x="251468" y="-30352"/>
                    <a:pt x="188307" y="17019"/>
                  </a:cubicBezTo>
                  <a:cubicBezTo>
                    <a:pt x="125145" y="64390"/>
                    <a:pt x="172864" y="122211"/>
                    <a:pt x="175883" y="139356"/>
                  </a:cubicBezTo>
                  <a:cubicBezTo>
                    <a:pt x="33692" y="205266"/>
                    <a:pt x="-12828" y="383257"/>
                    <a:pt x="2924" y="480824"/>
                  </a:cubicBezTo>
                  <a:cubicBezTo>
                    <a:pt x="20262" y="588184"/>
                    <a:pt x="33692" y="729911"/>
                    <a:pt x="204639" y="720467"/>
                  </a:cubicBezTo>
                  <a:cubicBezTo>
                    <a:pt x="287964" y="790054"/>
                    <a:pt x="373844" y="774573"/>
                    <a:pt x="438244" y="735058"/>
                  </a:cubicBezTo>
                  <a:cubicBezTo>
                    <a:pt x="502645" y="695543"/>
                    <a:pt x="543901" y="615662"/>
                    <a:pt x="558027" y="429041"/>
                  </a:cubicBezTo>
                  <a:cubicBezTo>
                    <a:pt x="567586" y="302911"/>
                    <a:pt x="491731" y="186728"/>
                    <a:pt x="386654" y="138737"/>
                  </a:cubicBezTo>
                  <a:close/>
                </a:path>
              </a:pathLst>
            </a:custGeom>
            <a:gradFill>
              <a:gsLst>
                <a:gs pos="0">
                  <a:srgbClr val="F9944F"/>
                </a:gs>
                <a:gs pos="50000">
                  <a:srgbClr val="EF7C3E"/>
                </a:gs>
                <a:gs pos="100000">
                  <a:srgbClr val="E5652D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6089F14-98C8-D65B-306D-068E441859C2}"/>
                </a:ext>
              </a:extLst>
            </p:cNvPr>
            <p:cNvSpPr/>
            <p:nvPr/>
          </p:nvSpPr>
          <p:spPr>
            <a:xfrm>
              <a:off x="2879441" y="2946028"/>
              <a:ext cx="209322" cy="375502"/>
            </a:xfrm>
            <a:custGeom>
              <a:avLst/>
              <a:gdLst>
                <a:gd name="connsiteX0" fmla="*/ 105457 w 209322"/>
                <a:gd name="connsiteY0" fmla="*/ 4499 h 375502"/>
                <a:gd name="connsiteX1" fmla="*/ 65439 w 209322"/>
                <a:gd name="connsiteY1" fmla="*/ 354326 h 375502"/>
                <a:gd name="connsiteX2" fmla="*/ 207088 w 209322"/>
                <a:gd name="connsiteY2" fmla="*/ 171575 h 375502"/>
                <a:gd name="connsiteX3" fmla="*/ 105457 w 209322"/>
                <a:gd name="connsiteY3" fmla="*/ 4499 h 375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322" h="375502">
                  <a:moveTo>
                    <a:pt x="105457" y="4499"/>
                  </a:moveTo>
                  <a:cubicBezTo>
                    <a:pt x="22751" y="25862"/>
                    <a:pt x="-62626" y="283192"/>
                    <a:pt x="65439" y="354326"/>
                  </a:cubicBezTo>
                  <a:cubicBezTo>
                    <a:pt x="193504" y="425461"/>
                    <a:pt x="217731" y="305446"/>
                    <a:pt x="207088" y="171575"/>
                  </a:cubicBezTo>
                  <a:cubicBezTo>
                    <a:pt x="196407" y="37705"/>
                    <a:pt x="188202" y="-16865"/>
                    <a:pt x="105457" y="4499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8A10324-5052-C452-11DB-3897856BBB39}"/>
              </a:ext>
            </a:extLst>
          </p:cNvPr>
          <p:cNvGrpSpPr/>
          <p:nvPr/>
        </p:nvGrpSpPr>
        <p:grpSpPr>
          <a:xfrm>
            <a:off x="6310197" y="391200"/>
            <a:ext cx="1352678" cy="886186"/>
            <a:chOff x="6310197" y="391200"/>
            <a:chExt cx="1352678" cy="886186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CCC91EA-492D-D592-46E8-1AA64C448C3C}"/>
                </a:ext>
              </a:extLst>
            </p:cNvPr>
            <p:cNvSpPr/>
            <p:nvPr/>
          </p:nvSpPr>
          <p:spPr>
            <a:xfrm>
              <a:off x="6310197" y="391200"/>
              <a:ext cx="1352678" cy="675880"/>
            </a:xfrm>
            <a:custGeom>
              <a:avLst/>
              <a:gdLst>
                <a:gd name="connsiteX0" fmla="*/ 1330323 w 1352678"/>
                <a:gd name="connsiteY0" fmla="*/ 241926 h 675880"/>
                <a:gd name="connsiteX1" fmla="*/ 676336 w 1352678"/>
                <a:gd name="connsiteY1" fmla="*/ 0 h 675880"/>
                <a:gd name="connsiteX2" fmla="*/ 22349 w 1352678"/>
                <a:gd name="connsiteY2" fmla="*/ 226484 h 675880"/>
                <a:gd name="connsiteX3" fmla="*/ 85201 w 1352678"/>
                <a:gd name="connsiteY3" fmla="*/ 519381 h 675880"/>
                <a:gd name="connsiteX4" fmla="*/ 405615 w 1352678"/>
                <a:gd name="connsiteY4" fmla="*/ 658902 h 675880"/>
                <a:gd name="connsiteX5" fmla="*/ 956925 w 1352678"/>
                <a:gd name="connsiteY5" fmla="*/ 664049 h 675880"/>
                <a:gd name="connsiteX6" fmla="*/ 1285273 w 1352678"/>
                <a:gd name="connsiteY6" fmla="*/ 518182 h 675880"/>
                <a:gd name="connsiteX7" fmla="*/ 1330323 w 1352678"/>
                <a:gd name="connsiteY7" fmla="*/ 241888 h 675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52678" h="675880">
                  <a:moveTo>
                    <a:pt x="1330323" y="241926"/>
                  </a:moveTo>
                  <a:cubicBezTo>
                    <a:pt x="1286435" y="158911"/>
                    <a:pt x="1059021" y="0"/>
                    <a:pt x="676336" y="0"/>
                  </a:cubicBezTo>
                  <a:cubicBezTo>
                    <a:pt x="293650" y="0"/>
                    <a:pt x="63837" y="161271"/>
                    <a:pt x="22349" y="226484"/>
                  </a:cubicBezTo>
                  <a:cubicBezTo>
                    <a:pt x="-19140" y="291697"/>
                    <a:pt x="-5439" y="463728"/>
                    <a:pt x="85201" y="519381"/>
                  </a:cubicBezTo>
                  <a:cubicBezTo>
                    <a:pt x="175841" y="575035"/>
                    <a:pt x="271590" y="640906"/>
                    <a:pt x="405615" y="658902"/>
                  </a:cubicBezTo>
                  <a:cubicBezTo>
                    <a:pt x="539640" y="676899"/>
                    <a:pt x="838265" y="683555"/>
                    <a:pt x="956925" y="664049"/>
                  </a:cubicBezTo>
                  <a:cubicBezTo>
                    <a:pt x="1075625" y="644544"/>
                    <a:pt x="1220022" y="563231"/>
                    <a:pt x="1285273" y="518182"/>
                  </a:cubicBezTo>
                  <a:cubicBezTo>
                    <a:pt x="1350487" y="473132"/>
                    <a:pt x="1374211" y="324904"/>
                    <a:pt x="1330323" y="241888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F7EB3B1-225B-C406-CD5B-7AFAA8BC3A69}"/>
                </a:ext>
              </a:extLst>
            </p:cNvPr>
            <p:cNvSpPr/>
            <p:nvPr/>
          </p:nvSpPr>
          <p:spPr>
            <a:xfrm>
              <a:off x="6313882" y="659247"/>
              <a:ext cx="1348968" cy="618139"/>
            </a:xfrm>
            <a:custGeom>
              <a:avLst/>
              <a:gdLst>
                <a:gd name="connsiteX0" fmla="*/ 2331 w 1348968"/>
                <a:gd name="connsiteY0" fmla="*/ 196 h 618139"/>
                <a:gd name="connsiteX1" fmla="*/ 134073 w 1348968"/>
                <a:gd name="connsiteY1" fmla="*/ 521087 h 618139"/>
                <a:gd name="connsiteX2" fmla="*/ 284005 w 1348968"/>
                <a:gd name="connsiteY2" fmla="*/ 617842 h 618139"/>
                <a:gd name="connsiteX3" fmla="*/ 731671 w 1348968"/>
                <a:gd name="connsiteY3" fmla="*/ 556770 h 618139"/>
                <a:gd name="connsiteX4" fmla="*/ 1064005 w 1348968"/>
                <a:gd name="connsiteY4" fmla="*/ 582159 h 618139"/>
                <a:gd name="connsiteX5" fmla="*/ 1211924 w 1348968"/>
                <a:gd name="connsiteY5" fmla="*/ 473058 h 618139"/>
                <a:gd name="connsiteX6" fmla="*/ 1348968 w 1348968"/>
                <a:gd name="connsiteY6" fmla="*/ 86076 h 618139"/>
                <a:gd name="connsiteX7" fmla="*/ 2331 w 1348968"/>
                <a:gd name="connsiteY7" fmla="*/ 235 h 61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48968" h="618139">
                  <a:moveTo>
                    <a:pt x="2331" y="196"/>
                  </a:moveTo>
                  <a:cubicBezTo>
                    <a:pt x="-18104" y="276606"/>
                    <a:pt x="101641" y="474838"/>
                    <a:pt x="134073" y="521087"/>
                  </a:cubicBezTo>
                  <a:cubicBezTo>
                    <a:pt x="166544" y="567336"/>
                    <a:pt x="192590" y="612579"/>
                    <a:pt x="284005" y="617842"/>
                  </a:cubicBezTo>
                  <a:cubicBezTo>
                    <a:pt x="375380" y="623106"/>
                    <a:pt x="731671" y="556770"/>
                    <a:pt x="731671" y="556770"/>
                  </a:cubicBezTo>
                  <a:cubicBezTo>
                    <a:pt x="731671" y="556770"/>
                    <a:pt x="974952" y="581385"/>
                    <a:pt x="1064005" y="582159"/>
                  </a:cubicBezTo>
                  <a:cubicBezTo>
                    <a:pt x="1153097" y="582933"/>
                    <a:pt x="1181234" y="520507"/>
                    <a:pt x="1211924" y="473058"/>
                  </a:cubicBezTo>
                  <a:cubicBezTo>
                    <a:pt x="1242615" y="425609"/>
                    <a:pt x="1339022" y="269408"/>
                    <a:pt x="1348968" y="86076"/>
                  </a:cubicBezTo>
                  <a:cubicBezTo>
                    <a:pt x="1340880" y="-8860"/>
                    <a:pt x="2331" y="235"/>
                    <a:pt x="2331" y="235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4CE285B-D5F6-4B7F-28E9-11DDD08B329E}"/>
                </a:ext>
              </a:extLst>
            </p:cNvPr>
            <p:cNvSpPr/>
            <p:nvPr/>
          </p:nvSpPr>
          <p:spPr>
            <a:xfrm>
              <a:off x="6458894" y="504945"/>
              <a:ext cx="1055228" cy="356196"/>
            </a:xfrm>
            <a:custGeom>
              <a:avLst/>
              <a:gdLst>
                <a:gd name="connsiteX0" fmla="*/ 595 w 1055228"/>
                <a:gd name="connsiteY0" fmla="*/ 275984 h 356196"/>
                <a:gd name="connsiteX1" fmla="*/ 476475 w 1055228"/>
                <a:gd name="connsiteY1" fmla="*/ 0 h 356196"/>
                <a:gd name="connsiteX2" fmla="*/ 1054180 w 1055228"/>
                <a:gd name="connsiteY2" fmla="*/ 220834 h 356196"/>
                <a:gd name="connsiteX3" fmla="*/ 527600 w 1055228"/>
                <a:gd name="connsiteY3" fmla="*/ 320298 h 356196"/>
                <a:gd name="connsiteX4" fmla="*/ 595 w 1055228"/>
                <a:gd name="connsiteY4" fmla="*/ 275984 h 356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228" h="356196">
                  <a:moveTo>
                    <a:pt x="595" y="275984"/>
                  </a:moveTo>
                  <a:cubicBezTo>
                    <a:pt x="-13106" y="126556"/>
                    <a:pt x="211830" y="0"/>
                    <a:pt x="476475" y="0"/>
                  </a:cubicBezTo>
                  <a:cubicBezTo>
                    <a:pt x="741119" y="0"/>
                    <a:pt x="1036493" y="60569"/>
                    <a:pt x="1054180" y="220834"/>
                  </a:cubicBezTo>
                  <a:cubicBezTo>
                    <a:pt x="1071905" y="381099"/>
                    <a:pt x="863534" y="320298"/>
                    <a:pt x="527600" y="320298"/>
                  </a:cubicBezTo>
                  <a:cubicBezTo>
                    <a:pt x="191667" y="320298"/>
                    <a:pt x="14295" y="425374"/>
                    <a:pt x="595" y="275984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4774095-80B0-E5B2-8D69-BAAACBFBF312}"/>
                </a:ext>
              </a:extLst>
            </p:cNvPr>
            <p:cNvSpPr/>
            <p:nvPr/>
          </p:nvSpPr>
          <p:spPr>
            <a:xfrm>
              <a:off x="6684567" y="440012"/>
              <a:ext cx="582103" cy="692285"/>
            </a:xfrm>
            <a:custGeom>
              <a:avLst/>
              <a:gdLst>
                <a:gd name="connsiteX0" fmla="*/ 233656 w 582103"/>
                <a:gd name="connsiteY0" fmla="*/ 7809 h 692285"/>
                <a:gd name="connsiteX1" fmla="*/ 582091 w 582103"/>
                <a:gd name="connsiteY1" fmla="*/ 324662 h 692285"/>
                <a:gd name="connsiteX2" fmla="*/ 410834 w 582103"/>
                <a:gd name="connsiteY2" fmla="*/ 672903 h 692285"/>
                <a:gd name="connsiteX3" fmla="*/ 194567 w 582103"/>
                <a:gd name="connsiteY3" fmla="*/ 669342 h 692285"/>
                <a:gd name="connsiteX4" fmla="*/ 7249 w 582103"/>
                <a:gd name="connsiteY4" fmla="*/ 378264 h 692285"/>
                <a:gd name="connsiteX5" fmla="*/ 233617 w 582103"/>
                <a:gd name="connsiteY5" fmla="*/ 7809 h 692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2103" h="692285">
                  <a:moveTo>
                    <a:pt x="233656" y="7809"/>
                  </a:moveTo>
                  <a:cubicBezTo>
                    <a:pt x="417878" y="-39447"/>
                    <a:pt x="583794" y="135487"/>
                    <a:pt x="582091" y="324662"/>
                  </a:cubicBezTo>
                  <a:cubicBezTo>
                    <a:pt x="580388" y="513838"/>
                    <a:pt x="451819" y="653436"/>
                    <a:pt x="410834" y="672903"/>
                  </a:cubicBezTo>
                  <a:cubicBezTo>
                    <a:pt x="369849" y="692370"/>
                    <a:pt x="250685" y="705877"/>
                    <a:pt x="194567" y="669342"/>
                  </a:cubicBezTo>
                  <a:cubicBezTo>
                    <a:pt x="138488" y="632808"/>
                    <a:pt x="39333" y="497234"/>
                    <a:pt x="7249" y="378264"/>
                  </a:cubicBezTo>
                  <a:cubicBezTo>
                    <a:pt x="-24835" y="259294"/>
                    <a:pt x="49396" y="55064"/>
                    <a:pt x="233617" y="7809"/>
                  </a:cubicBez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75DF536-8D6F-7CF0-D928-1D3B8C3B4CAF}"/>
                </a:ext>
              </a:extLst>
            </p:cNvPr>
            <p:cNvSpPr/>
            <p:nvPr/>
          </p:nvSpPr>
          <p:spPr>
            <a:xfrm>
              <a:off x="6470712" y="1030989"/>
              <a:ext cx="341507" cy="131859"/>
            </a:xfrm>
            <a:custGeom>
              <a:avLst/>
              <a:gdLst>
                <a:gd name="connsiteX0" fmla="*/ 194439 w 341507"/>
                <a:gd name="connsiteY0" fmla="*/ 575 h 131859"/>
                <a:gd name="connsiteX1" fmla="*/ 140992 w 341507"/>
                <a:gd name="connsiteY1" fmla="*/ 5761 h 131859"/>
                <a:gd name="connsiteX2" fmla="*/ 72799 w 341507"/>
                <a:gd name="connsiteY2" fmla="*/ 3090 h 131859"/>
                <a:gd name="connsiteX3" fmla="*/ 66916 w 341507"/>
                <a:gd name="connsiteY3" fmla="*/ 24067 h 131859"/>
                <a:gd name="connsiteX4" fmla="*/ 22718 w 341507"/>
                <a:gd name="connsiteY4" fmla="*/ 14430 h 131859"/>
                <a:gd name="connsiteX5" fmla="*/ 9676 w 341507"/>
                <a:gd name="connsiteY5" fmla="*/ 33781 h 131859"/>
                <a:gd name="connsiteX6" fmla="*/ 0 w 341507"/>
                <a:gd name="connsiteY6" fmla="*/ 49765 h 131859"/>
                <a:gd name="connsiteX7" fmla="*/ 42108 w 341507"/>
                <a:gd name="connsiteY7" fmla="*/ 85526 h 131859"/>
                <a:gd name="connsiteX8" fmla="*/ 45398 w 341507"/>
                <a:gd name="connsiteY8" fmla="*/ 106502 h 131859"/>
                <a:gd name="connsiteX9" fmla="*/ 121254 w 341507"/>
                <a:gd name="connsiteY9" fmla="*/ 131852 h 131859"/>
                <a:gd name="connsiteX10" fmla="*/ 255898 w 341507"/>
                <a:gd name="connsiteY10" fmla="*/ 87112 h 131859"/>
                <a:gd name="connsiteX11" fmla="*/ 341507 w 341507"/>
                <a:gd name="connsiteY11" fmla="*/ 65904 h 131859"/>
                <a:gd name="connsiteX12" fmla="*/ 245835 w 341507"/>
                <a:gd name="connsiteY12" fmla="*/ 29601 h 131859"/>
                <a:gd name="connsiteX13" fmla="*/ 194516 w 341507"/>
                <a:gd name="connsiteY13" fmla="*/ 497 h 131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1507" h="131859">
                  <a:moveTo>
                    <a:pt x="194439" y="575"/>
                  </a:moveTo>
                  <a:cubicBezTo>
                    <a:pt x="194439" y="575"/>
                    <a:pt x="172960" y="7464"/>
                    <a:pt x="140992" y="5761"/>
                  </a:cubicBezTo>
                  <a:cubicBezTo>
                    <a:pt x="108985" y="4058"/>
                    <a:pt x="86693" y="-4495"/>
                    <a:pt x="72799" y="3090"/>
                  </a:cubicBezTo>
                  <a:cubicBezTo>
                    <a:pt x="58905" y="10676"/>
                    <a:pt x="66916" y="24067"/>
                    <a:pt x="66916" y="24067"/>
                  </a:cubicBezTo>
                  <a:cubicBezTo>
                    <a:pt x="66916" y="24067"/>
                    <a:pt x="40831" y="7309"/>
                    <a:pt x="22718" y="14430"/>
                  </a:cubicBezTo>
                  <a:cubicBezTo>
                    <a:pt x="4606" y="21590"/>
                    <a:pt x="9676" y="33781"/>
                    <a:pt x="9676" y="33781"/>
                  </a:cubicBezTo>
                  <a:cubicBezTo>
                    <a:pt x="9676" y="33781"/>
                    <a:pt x="0" y="35445"/>
                    <a:pt x="0" y="49765"/>
                  </a:cubicBezTo>
                  <a:cubicBezTo>
                    <a:pt x="0" y="64085"/>
                    <a:pt x="42108" y="85526"/>
                    <a:pt x="42108" y="85526"/>
                  </a:cubicBezTo>
                  <a:cubicBezTo>
                    <a:pt x="42108" y="85526"/>
                    <a:pt x="35722" y="98065"/>
                    <a:pt x="45398" y="106502"/>
                  </a:cubicBezTo>
                  <a:cubicBezTo>
                    <a:pt x="55073" y="114939"/>
                    <a:pt x="106508" y="132278"/>
                    <a:pt x="121254" y="131852"/>
                  </a:cubicBezTo>
                  <a:cubicBezTo>
                    <a:pt x="135999" y="131426"/>
                    <a:pt x="233993" y="95124"/>
                    <a:pt x="255898" y="87112"/>
                  </a:cubicBezTo>
                  <a:cubicBezTo>
                    <a:pt x="277803" y="79101"/>
                    <a:pt x="341507" y="65904"/>
                    <a:pt x="341507" y="65904"/>
                  </a:cubicBezTo>
                  <a:cubicBezTo>
                    <a:pt x="341507" y="65904"/>
                    <a:pt x="277726" y="44385"/>
                    <a:pt x="245835" y="29601"/>
                  </a:cubicBezTo>
                  <a:cubicBezTo>
                    <a:pt x="213945" y="14817"/>
                    <a:pt x="194516" y="497"/>
                    <a:pt x="194516" y="497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60657DD-FA39-7B4B-F068-7B4AE9B175F7}"/>
                </a:ext>
              </a:extLst>
            </p:cNvPr>
            <p:cNvSpPr/>
            <p:nvPr/>
          </p:nvSpPr>
          <p:spPr>
            <a:xfrm>
              <a:off x="7197459" y="1016160"/>
              <a:ext cx="204656" cy="137856"/>
            </a:xfrm>
            <a:custGeom>
              <a:avLst/>
              <a:gdLst>
                <a:gd name="connsiteX0" fmla="*/ 4335 w 204656"/>
                <a:gd name="connsiteY0" fmla="*/ 59408 h 137856"/>
                <a:gd name="connsiteX1" fmla="*/ 90021 w 204656"/>
                <a:gd name="connsiteY1" fmla="*/ 37967 h 137856"/>
                <a:gd name="connsiteX2" fmla="*/ 204656 w 204656"/>
                <a:gd name="connsiteY2" fmla="*/ 0 h 137856"/>
                <a:gd name="connsiteX3" fmla="*/ 201173 w 204656"/>
                <a:gd name="connsiteY3" fmla="*/ 51551 h 137856"/>
                <a:gd name="connsiteX4" fmla="*/ 142656 w 204656"/>
                <a:gd name="connsiteY4" fmla="*/ 105231 h 137856"/>
                <a:gd name="connsiteX5" fmla="*/ 0 w 204656"/>
                <a:gd name="connsiteY5" fmla="*/ 137857 h 137856"/>
                <a:gd name="connsiteX6" fmla="*/ 4373 w 204656"/>
                <a:gd name="connsiteY6" fmla="*/ 59408 h 137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4656" h="137856">
                  <a:moveTo>
                    <a:pt x="4335" y="59408"/>
                  </a:moveTo>
                  <a:cubicBezTo>
                    <a:pt x="4335" y="59408"/>
                    <a:pt x="36148" y="54376"/>
                    <a:pt x="90021" y="37967"/>
                  </a:cubicBezTo>
                  <a:cubicBezTo>
                    <a:pt x="143856" y="21596"/>
                    <a:pt x="204656" y="0"/>
                    <a:pt x="204656" y="0"/>
                  </a:cubicBezTo>
                  <a:lnTo>
                    <a:pt x="201173" y="51551"/>
                  </a:lnTo>
                  <a:cubicBezTo>
                    <a:pt x="201173" y="51551"/>
                    <a:pt x="177023" y="85299"/>
                    <a:pt x="142656" y="105231"/>
                  </a:cubicBezTo>
                  <a:cubicBezTo>
                    <a:pt x="108249" y="125162"/>
                    <a:pt x="0" y="137857"/>
                    <a:pt x="0" y="137857"/>
                  </a:cubicBezTo>
                  <a:lnTo>
                    <a:pt x="4373" y="59408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219826F-D368-449C-5AF2-78980E1AA055}"/>
                </a:ext>
              </a:extLst>
            </p:cNvPr>
            <p:cNvSpPr/>
            <p:nvPr/>
          </p:nvSpPr>
          <p:spPr>
            <a:xfrm>
              <a:off x="6774336" y="613303"/>
              <a:ext cx="218609" cy="395402"/>
            </a:xfrm>
            <a:custGeom>
              <a:avLst/>
              <a:gdLst>
                <a:gd name="connsiteX0" fmla="*/ 45624 w 218609"/>
                <a:gd name="connsiteY0" fmla="*/ 21100 h 395402"/>
                <a:gd name="connsiteX1" fmla="*/ 121944 w 218609"/>
                <a:gd name="connsiteY1" fmla="*/ 391556 h 395402"/>
                <a:gd name="connsiteX2" fmla="*/ 194549 w 218609"/>
                <a:gd name="connsiteY2" fmla="*/ 147849 h 395402"/>
                <a:gd name="connsiteX3" fmla="*/ 45624 w 218609"/>
                <a:gd name="connsiteY3" fmla="*/ 21100 h 39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609" h="395402">
                  <a:moveTo>
                    <a:pt x="45624" y="21100"/>
                  </a:moveTo>
                  <a:cubicBezTo>
                    <a:pt x="-26207" y="67310"/>
                    <a:pt x="-21989" y="364194"/>
                    <a:pt x="121944" y="391556"/>
                  </a:cubicBezTo>
                  <a:cubicBezTo>
                    <a:pt x="265877" y="418918"/>
                    <a:pt x="211075" y="296388"/>
                    <a:pt x="194549" y="147849"/>
                  </a:cubicBezTo>
                  <a:cubicBezTo>
                    <a:pt x="177985" y="-689"/>
                    <a:pt x="117455" y="-25149"/>
                    <a:pt x="45624" y="21100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0B0521B-1990-CA81-F693-9E2E30E28F12}"/>
              </a:ext>
            </a:extLst>
          </p:cNvPr>
          <p:cNvGrpSpPr/>
          <p:nvPr/>
        </p:nvGrpSpPr>
        <p:grpSpPr>
          <a:xfrm>
            <a:off x="4388254" y="468501"/>
            <a:ext cx="1359092" cy="1411914"/>
            <a:chOff x="4388254" y="468501"/>
            <a:chExt cx="1359092" cy="1411914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24F4607-0594-C870-CB41-88D6BB32CE6E}"/>
                </a:ext>
              </a:extLst>
            </p:cNvPr>
            <p:cNvSpPr/>
            <p:nvPr/>
          </p:nvSpPr>
          <p:spPr>
            <a:xfrm>
              <a:off x="4388254" y="468501"/>
              <a:ext cx="1352678" cy="598578"/>
            </a:xfrm>
            <a:custGeom>
              <a:avLst/>
              <a:gdLst>
                <a:gd name="connsiteX0" fmla="*/ 1330361 w 1352678"/>
                <a:gd name="connsiteY0" fmla="*/ 164625 h 598578"/>
                <a:gd name="connsiteX1" fmla="*/ 890668 w 1352678"/>
                <a:gd name="connsiteY1" fmla="*/ 1651 h 598578"/>
                <a:gd name="connsiteX2" fmla="*/ 445285 w 1352678"/>
                <a:gd name="connsiteY2" fmla="*/ 2850 h 598578"/>
                <a:gd name="connsiteX3" fmla="*/ 22349 w 1352678"/>
                <a:gd name="connsiteY3" fmla="*/ 149183 h 598578"/>
                <a:gd name="connsiteX4" fmla="*/ 85201 w 1352678"/>
                <a:gd name="connsiteY4" fmla="*/ 442080 h 598578"/>
                <a:gd name="connsiteX5" fmla="*/ 405615 w 1352678"/>
                <a:gd name="connsiteY5" fmla="*/ 581600 h 598578"/>
                <a:gd name="connsiteX6" fmla="*/ 956925 w 1352678"/>
                <a:gd name="connsiteY6" fmla="*/ 586748 h 598578"/>
                <a:gd name="connsiteX7" fmla="*/ 1285273 w 1352678"/>
                <a:gd name="connsiteY7" fmla="*/ 440880 h 598578"/>
                <a:gd name="connsiteX8" fmla="*/ 1330323 w 1352678"/>
                <a:gd name="connsiteY8" fmla="*/ 164586 h 598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2678" h="598578">
                  <a:moveTo>
                    <a:pt x="1330361" y="164625"/>
                  </a:moveTo>
                  <a:cubicBezTo>
                    <a:pt x="1286473" y="81609"/>
                    <a:pt x="1068658" y="-13753"/>
                    <a:pt x="890668" y="1651"/>
                  </a:cubicBezTo>
                  <a:cubicBezTo>
                    <a:pt x="713335" y="17015"/>
                    <a:pt x="635931" y="15661"/>
                    <a:pt x="445285" y="2850"/>
                  </a:cubicBezTo>
                  <a:cubicBezTo>
                    <a:pt x="252665" y="-10076"/>
                    <a:pt x="63837" y="83931"/>
                    <a:pt x="22349" y="149183"/>
                  </a:cubicBezTo>
                  <a:cubicBezTo>
                    <a:pt x="-19140" y="214396"/>
                    <a:pt x="-5439" y="386426"/>
                    <a:pt x="85201" y="442080"/>
                  </a:cubicBezTo>
                  <a:cubicBezTo>
                    <a:pt x="175841" y="497733"/>
                    <a:pt x="271590" y="563604"/>
                    <a:pt x="405615" y="581600"/>
                  </a:cubicBezTo>
                  <a:cubicBezTo>
                    <a:pt x="539640" y="599597"/>
                    <a:pt x="838265" y="606254"/>
                    <a:pt x="956925" y="586748"/>
                  </a:cubicBezTo>
                  <a:cubicBezTo>
                    <a:pt x="1075625" y="567242"/>
                    <a:pt x="1220022" y="485929"/>
                    <a:pt x="1285273" y="440880"/>
                  </a:cubicBezTo>
                  <a:cubicBezTo>
                    <a:pt x="1350486" y="395831"/>
                    <a:pt x="1374211" y="247602"/>
                    <a:pt x="1330323" y="164586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402634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8C1BC87-16FA-A671-6128-F336224ADD30}"/>
                </a:ext>
              </a:extLst>
            </p:cNvPr>
            <p:cNvSpPr/>
            <p:nvPr/>
          </p:nvSpPr>
          <p:spPr>
            <a:xfrm>
              <a:off x="5053443" y="1387390"/>
              <a:ext cx="373745" cy="409696"/>
            </a:xfrm>
            <a:custGeom>
              <a:avLst/>
              <a:gdLst>
                <a:gd name="connsiteX0" fmla="*/ 272927 w 373745"/>
                <a:gd name="connsiteY0" fmla="*/ 0 h 409696"/>
                <a:gd name="connsiteX1" fmla="*/ 213055 w 373745"/>
                <a:gd name="connsiteY1" fmla="*/ 64632 h 409696"/>
                <a:gd name="connsiteX2" fmla="*/ 160730 w 373745"/>
                <a:gd name="connsiteY2" fmla="*/ 86576 h 409696"/>
                <a:gd name="connsiteX3" fmla="*/ 61420 w 373745"/>
                <a:gd name="connsiteY3" fmla="*/ 217699 h 409696"/>
                <a:gd name="connsiteX4" fmla="*/ 4296 w 373745"/>
                <a:gd name="connsiteY4" fmla="*/ 256749 h 409696"/>
                <a:gd name="connsiteX5" fmla="*/ 67884 w 373745"/>
                <a:gd name="connsiteY5" fmla="*/ 272385 h 409696"/>
                <a:gd name="connsiteX6" fmla="*/ 0 w 373745"/>
                <a:gd name="connsiteY6" fmla="*/ 324942 h 409696"/>
                <a:gd name="connsiteX7" fmla="*/ 53061 w 373745"/>
                <a:gd name="connsiteY7" fmla="*/ 324942 h 409696"/>
                <a:gd name="connsiteX8" fmla="*/ 1162 w 373745"/>
                <a:gd name="connsiteY8" fmla="*/ 401147 h 409696"/>
                <a:gd name="connsiteX9" fmla="*/ 81197 w 373745"/>
                <a:gd name="connsiteY9" fmla="*/ 370611 h 409696"/>
                <a:gd name="connsiteX10" fmla="*/ 151403 w 373745"/>
                <a:gd name="connsiteY10" fmla="*/ 372081 h 409696"/>
                <a:gd name="connsiteX11" fmla="*/ 197651 w 373745"/>
                <a:gd name="connsiteY11" fmla="*/ 357297 h 409696"/>
                <a:gd name="connsiteX12" fmla="*/ 245758 w 373745"/>
                <a:gd name="connsiteY12" fmla="*/ 329122 h 409696"/>
                <a:gd name="connsiteX13" fmla="*/ 299399 w 373745"/>
                <a:gd name="connsiteY13" fmla="*/ 241075 h 409696"/>
                <a:gd name="connsiteX14" fmla="*/ 304973 w 373745"/>
                <a:gd name="connsiteY14" fmla="*/ 162123 h 409696"/>
                <a:gd name="connsiteX15" fmla="*/ 373746 w 373745"/>
                <a:gd name="connsiteY15" fmla="*/ 61227 h 409696"/>
                <a:gd name="connsiteX16" fmla="*/ 272966 w 373745"/>
                <a:gd name="connsiteY16" fmla="*/ 0 h 409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3745" h="409696">
                  <a:moveTo>
                    <a:pt x="272927" y="0"/>
                  </a:moveTo>
                  <a:lnTo>
                    <a:pt x="213055" y="64632"/>
                  </a:lnTo>
                  <a:cubicBezTo>
                    <a:pt x="213055" y="64632"/>
                    <a:pt x="178958" y="66567"/>
                    <a:pt x="160730" y="86576"/>
                  </a:cubicBezTo>
                  <a:cubicBezTo>
                    <a:pt x="142501" y="106585"/>
                    <a:pt x="61420" y="217699"/>
                    <a:pt x="61420" y="217699"/>
                  </a:cubicBezTo>
                  <a:cubicBezTo>
                    <a:pt x="61420" y="217699"/>
                    <a:pt x="4296" y="230664"/>
                    <a:pt x="4296" y="256749"/>
                  </a:cubicBezTo>
                  <a:cubicBezTo>
                    <a:pt x="4296" y="282834"/>
                    <a:pt x="67884" y="272385"/>
                    <a:pt x="67884" y="272385"/>
                  </a:cubicBezTo>
                  <a:cubicBezTo>
                    <a:pt x="67884" y="272385"/>
                    <a:pt x="155" y="296187"/>
                    <a:pt x="0" y="324942"/>
                  </a:cubicBezTo>
                  <a:cubicBezTo>
                    <a:pt x="-155" y="353698"/>
                    <a:pt x="53061" y="324942"/>
                    <a:pt x="53061" y="324942"/>
                  </a:cubicBezTo>
                  <a:cubicBezTo>
                    <a:pt x="53061" y="324942"/>
                    <a:pt x="-8321" y="370611"/>
                    <a:pt x="1162" y="401147"/>
                  </a:cubicBezTo>
                  <a:cubicBezTo>
                    <a:pt x="10643" y="431682"/>
                    <a:pt x="81197" y="370611"/>
                    <a:pt x="81197" y="370611"/>
                  </a:cubicBezTo>
                  <a:cubicBezTo>
                    <a:pt x="81197" y="370611"/>
                    <a:pt x="123382" y="401417"/>
                    <a:pt x="151403" y="372081"/>
                  </a:cubicBezTo>
                  <a:cubicBezTo>
                    <a:pt x="179423" y="342745"/>
                    <a:pt x="197651" y="357297"/>
                    <a:pt x="197651" y="357297"/>
                  </a:cubicBezTo>
                  <a:cubicBezTo>
                    <a:pt x="197651" y="357297"/>
                    <a:pt x="229736" y="341584"/>
                    <a:pt x="245758" y="329122"/>
                  </a:cubicBezTo>
                  <a:cubicBezTo>
                    <a:pt x="261781" y="316660"/>
                    <a:pt x="299128" y="247577"/>
                    <a:pt x="299399" y="241075"/>
                  </a:cubicBezTo>
                  <a:cubicBezTo>
                    <a:pt x="299825" y="230393"/>
                    <a:pt x="297851" y="186582"/>
                    <a:pt x="304973" y="162123"/>
                  </a:cubicBezTo>
                  <a:cubicBezTo>
                    <a:pt x="312094" y="137663"/>
                    <a:pt x="373746" y="61227"/>
                    <a:pt x="373746" y="61227"/>
                  </a:cubicBezTo>
                  <a:lnTo>
                    <a:pt x="272966" y="0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D97BCB6-A015-FFC2-3C71-BEF00DE35F3F}"/>
                </a:ext>
              </a:extLst>
            </p:cNvPr>
            <p:cNvSpPr/>
            <p:nvPr/>
          </p:nvSpPr>
          <p:spPr>
            <a:xfrm>
              <a:off x="5074962" y="1528227"/>
              <a:ext cx="176094" cy="352188"/>
            </a:xfrm>
            <a:custGeom>
              <a:avLst/>
              <a:gdLst>
                <a:gd name="connsiteX0" fmla="*/ 166651 w 176094"/>
                <a:gd name="connsiteY0" fmla="*/ 0 h 352188"/>
                <a:gd name="connsiteX1" fmla="*/ 176094 w 176094"/>
                <a:gd name="connsiteY1" fmla="*/ 9443 h 352188"/>
                <a:gd name="connsiteX2" fmla="*/ 176094 w 176094"/>
                <a:gd name="connsiteY2" fmla="*/ 342745 h 352188"/>
                <a:gd name="connsiteX3" fmla="*/ 166651 w 176094"/>
                <a:gd name="connsiteY3" fmla="*/ 352188 h 352188"/>
                <a:gd name="connsiteX4" fmla="*/ 9443 w 176094"/>
                <a:gd name="connsiteY4" fmla="*/ 352188 h 352188"/>
                <a:gd name="connsiteX5" fmla="*/ 0 w 176094"/>
                <a:gd name="connsiteY5" fmla="*/ 342745 h 352188"/>
                <a:gd name="connsiteX6" fmla="*/ 0 w 176094"/>
                <a:gd name="connsiteY6" fmla="*/ 9443 h 352188"/>
                <a:gd name="connsiteX7" fmla="*/ 9443 w 176094"/>
                <a:gd name="connsiteY7" fmla="*/ 0 h 35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094" h="352188">
                  <a:moveTo>
                    <a:pt x="166651" y="0"/>
                  </a:moveTo>
                  <a:cubicBezTo>
                    <a:pt x="171866" y="0"/>
                    <a:pt x="176094" y="4228"/>
                    <a:pt x="176094" y="9443"/>
                  </a:cubicBezTo>
                  <a:lnTo>
                    <a:pt x="176094" y="342745"/>
                  </a:lnTo>
                  <a:cubicBezTo>
                    <a:pt x="176094" y="347961"/>
                    <a:pt x="171866" y="352188"/>
                    <a:pt x="166651" y="352188"/>
                  </a:cubicBezTo>
                  <a:lnTo>
                    <a:pt x="9443" y="352188"/>
                  </a:lnTo>
                  <a:cubicBezTo>
                    <a:pt x="4228" y="352188"/>
                    <a:pt x="0" y="347961"/>
                    <a:pt x="0" y="342745"/>
                  </a:cubicBezTo>
                  <a:lnTo>
                    <a:pt x="0" y="9443"/>
                  </a:lnTo>
                  <a:cubicBezTo>
                    <a:pt x="0" y="4228"/>
                    <a:pt x="4228" y="0"/>
                    <a:pt x="9443" y="0"/>
                  </a:cubicBez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6D78CEA-9AA7-FFA1-0E30-8F0EA8468F3C}"/>
                </a:ext>
              </a:extLst>
            </p:cNvPr>
            <p:cNvSpPr/>
            <p:nvPr/>
          </p:nvSpPr>
          <p:spPr>
            <a:xfrm>
              <a:off x="5257636" y="541437"/>
              <a:ext cx="489710" cy="986070"/>
            </a:xfrm>
            <a:custGeom>
              <a:avLst/>
              <a:gdLst>
                <a:gd name="connsiteX0" fmla="*/ 0 w 489710"/>
                <a:gd name="connsiteY0" fmla="*/ 897582 h 986070"/>
                <a:gd name="connsiteX1" fmla="*/ 190027 w 489710"/>
                <a:gd name="connsiteY1" fmla="*/ 565557 h 986070"/>
                <a:gd name="connsiteX2" fmla="*/ 202179 w 489710"/>
                <a:gd name="connsiteY2" fmla="*/ 441053 h 986070"/>
                <a:gd name="connsiteX3" fmla="*/ 285621 w 489710"/>
                <a:gd name="connsiteY3" fmla="*/ 4 h 986070"/>
                <a:gd name="connsiteX4" fmla="*/ 478164 w 489710"/>
                <a:gd name="connsiteY4" fmla="*/ 141770 h 986070"/>
                <a:gd name="connsiteX5" fmla="*/ 421233 w 489710"/>
                <a:gd name="connsiteY5" fmla="*/ 628061 h 986070"/>
                <a:gd name="connsiteX6" fmla="*/ 137547 w 489710"/>
                <a:gd name="connsiteY6" fmla="*/ 981681 h 986070"/>
                <a:gd name="connsiteX7" fmla="*/ 0 w 489710"/>
                <a:gd name="connsiteY7" fmla="*/ 897582 h 98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9710" h="986070">
                  <a:moveTo>
                    <a:pt x="0" y="897582"/>
                  </a:moveTo>
                  <a:cubicBezTo>
                    <a:pt x="-39" y="863176"/>
                    <a:pt x="186467" y="615289"/>
                    <a:pt x="190027" y="565557"/>
                  </a:cubicBezTo>
                  <a:cubicBezTo>
                    <a:pt x="193588" y="515825"/>
                    <a:pt x="202179" y="441053"/>
                    <a:pt x="202179" y="441053"/>
                  </a:cubicBezTo>
                  <a:lnTo>
                    <a:pt x="285621" y="4"/>
                  </a:lnTo>
                  <a:cubicBezTo>
                    <a:pt x="285621" y="4"/>
                    <a:pt x="443603" y="-2898"/>
                    <a:pt x="478164" y="141770"/>
                  </a:cubicBezTo>
                  <a:cubicBezTo>
                    <a:pt x="512686" y="286438"/>
                    <a:pt x="462721" y="543884"/>
                    <a:pt x="421233" y="628061"/>
                  </a:cubicBezTo>
                  <a:cubicBezTo>
                    <a:pt x="379744" y="712238"/>
                    <a:pt x="164639" y="958770"/>
                    <a:pt x="137547" y="981681"/>
                  </a:cubicBezTo>
                  <a:cubicBezTo>
                    <a:pt x="110456" y="1004593"/>
                    <a:pt x="39" y="932027"/>
                    <a:pt x="0" y="897582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402624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A1CD76F-B705-1FAA-084C-4D1B69617D7E}"/>
                </a:ext>
              </a:extLst>
            </p:cNvPr>
            <p:cNvSpPr/>
            <p:nvPr/>
          </p:nvSpPr>
          <p:spPr>
            <a:xfrm>
              <a:off x="5196610" y="1694529"/>
              <a:ext cx="54446" cy="68141"/>
            </a:xfrm>
            <a:custGeom>
              <a:avLst/>
              <a:gdLst>
                <a:gd name="connsiteX0" fmla="*/ 54446 w 54446"/>
                <a:gd name="connsiteY0" fmla="*/ 50119 h 68141"/>
                <a:gd name="connsiteX1" fmla="*/ 14467 w 54446"/>
                <a:gd name="connsiteY1" fmla="*/ 67922 h 68141"/>
                <a:gd name="connsiteX2" fmla="*/ 10906 w 54446"/>
                <a:gd name="connsiteY2" fmla="*/ 30846 h 68141"/>
                <a:gd name="connsiteX3" fmla="*/ 54407 w 54446"/>
                <a:gd name="connsiteY3" fmla="*/ 0 h 68141"/>
                <a:gd name="connsiteX4" fmla="*/ 54407 w 54446"/>
                <a:gd name="connsiteY4" fmla="*/ 50119 h 68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46" h="68141">
                  <a:moveTo>
                    <a:pt x="54446" y="50119"/>
                  </a:moveTo>
                  <a:cubicBezTo>
                    <a:pt x="54446" y="50119"/>
                    <a:pt x="22478" y="65252"/>
                    <a:pt x="14467" y="67922"/>
                  </a:cubicBezTo>
                  <a:cubicBezTo>
                    <a:pt x="6456" y="70592"/>
                    <a:pt x="-11619" y="48339"/>
                    <a:pt x="10906" y="30846"/>
                  </a:cubicBezTo>
                  <a:cubicBezTo>
                    <a:pt x="33431" y="13352"/>
                    <a:pt x="54407" y="0"/>
                    <a:pt x="54407" y="0"/>
                  </a:cubicBezTo>
                  <a:lnTo>
                    <a:pt x="54407" y="50119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6E63A87-9F96-193A-8D70-18F86BD52733}"/>
                </a:ext>
              </a:extLst>
            </p:cNvPr>
            <p:cNvSpPr/>
            <p:nvPr/>
          </p:nvSpPr>
          <p:spPr>
            <a:xfrm>
              <a:off x="4525033" y="618554"/>
              <a:ext cx="1056661" cy="357278"/>
            </a:xfrm>
            <a:custGeom>
              <a:avLst/>
              <a:gdLst>
                <a:gd name="connsiteX0" fmla="*/ 632 w 1056661"/>
                <a:gd name="connsiteY0" fmla="*/ 157731 h 357278"/>
                <a:gd name="connsiteX1" fmla="*/ 477789 w 1056661"/>
                <a:gd name="connsiteY1" fmla="*/ 2729 h 357278"/>
                <a:gd name="connsiteX2" fmla="*/ 1056075 w 1056661"/>
                <a:gd name="connsiteY2" fmla="*/ 148907 h 357278"/>
                <a:gd name="connsiteX3" fmla="*/ 528682 w 1056661"/>
                <a:gd name="connsiteY3" fmla="*/ 357278 h 357278"/>
                <a:gd name="connsiteX4" fmla="*/ 632 w 1056661"/>
                <a:gd name="connsiteY4" fmla="*/ 157731 h 357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6661" h="357278">
                  <a:moveTo>
                    <a:pt x="632" y="157731"/>
                  </a:moveTo>
                  <a:cubicBezTo>
                    <a:pt x="-13069" y="-11242"/>
                    <a:pt x="197741" y="2729"/>
                    <a:pt x="477789" y="2729"/>
                  </a:cubicBezTo>
                  <a:cubicBezTo>
                    <a:pt x="757837" y="2729"/>
                    <a:pt x="1038388" y="-32335"/>
                    <a:pt x="1056075" y="148907"/>
                  </a:cubicBezTo>
                  <a:cubicBezTo>
                    <a:pt x="1073800" y="330110"/>
                    <a:pt x="685348" y="357278"/>
                    <a:pt x="528682" y="357278"/>
                  </a:cubicBezTo>
                  <a:cubicBezTo>
                    <a:pt x="372016" y="357278"/>
                    <a:pt x="14332" y="326704"/>
                    <a:pt x="632" y="157731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37BC0E3-1B79-5630-F589-9069E1D44D8F}"/>
                </a:ext>
              </a:extLst>
            </p:cNvPr>
            <p:cNvSpPr/>
            <p:nvPr/>
          </p:nvSpPr>
          <p:spPr>
            <a:xfrm>
              <a:off x="4762625" y="518268"/>
              <a:ext cx="582103" cy="692285"/>
            </a:xfrm>
            <a:custGeom>
              <a:avLst/>
              <a:gdLst>
                <a:gd name="connsiteX0" fmla="*/ 233656 w 582103"/>
                <a:gd name="connsiteY0" fmla="*/ 7809 h 692285"/>
                <a:gd name="connsiteX1" fmla="*/ 582091 w 582103"/>
                <a:gd name="connsiteY1" fmla="*/ 324662 h 692285"/>
                <a:gd name="connsiteX2" fmla="*/ 410834 w 582103"/>
                <a:gd name="connsiteY2" fmla="*/ 672903 h 692285"/>
                <a:gd name="connsiteX3" fmla="*/ 194567 w 582103"/>
                <a:gd name="connsiteY3" fmla="*/ 669342 h 692285"/>
                <a:gd name="connsiteX4" fmla="*/ 7249 w 582103"/>
                <a:gd name="connsiteY4" fmla="*/ 378264 h 692285"/>
                <a:gd name="connsiteX5" fmla="*/ 233617 w 582103"/>
                <a:gd name="connsiteY5" fmla="*/ 7809 h 692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2103" h="692285">
                  <a:moveTo>
                    <a:pt x="233656" y="7809"/>
                  </a:moveTo>
                  <a:cubicBezTo>
                    <a:pt x="417878" y="-39447"/>
                    <a:pt x="583793" y="135487"/>
                    <a:pt x="582091" y="324662"/>
                  </a:cubicBezTo>
                  <a:cubicBezTo>
                    <a:pt x="580387" y="513838"/>
                    <a:pt x="451819" y="653436"/>
                    <a:pt x="410834" y="672903"/>
                  </a:cubicBezTo>
                  <a:cubicBezTo>
                    <a:pt x="369849" y="692370"/>
                    <a:pt x="250685" y="705877"/>
                    <a:pt x="194567" y="669342"/>
                  </a:cubicBezTo>
                  <a:cubicBezTo>
                    <a:pt x="138488" y="632808"/>
                    <a:pt x="39333" y="497235"/>
                    <a:pt x="7249" y="378264"/>
                  </a:cubicBezTo>
                  <a:cubicBezTo>
                    <a:pt x="-24835" y="259294"/>
                    <a:pt x="49396" y="55064"/>
                    <a:pt x="233617" y="7809"/>
                  </a:cubicBezTo>
                  <a:close/>
                </a:path>
              </a:pathLst>
            </a:custGeom>
            <a:solidFill>
              <a:srgbClr val="853830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0C0A239-79C6-4609-DD40-A848F0FB04E6}"/>
                </a:ext>
              </a:extLst>
            </p:cNvPr>
            <p:cNvSpPr/>
            <p:nvPr/>
          </p:nvSpPr>
          <p:spPr>
            <a:xfrm>
              <a:off x="5097414" y="1552771"/>
              <a:ext cx="32622" cy="158379"/>
            </a:xfrm>
            <a:custGeom>
              <a:avLst/>
              <a:gdLst>
                <a:gd name="connsiteX0" fmla="*/ 1544 w 32622"/>
                <a:gd name="connsiteY0" fmla="*/ 146596 h 158379"/>
                <a:gd name="connsiteX1" fmla="*/ 460 w 32622"/>
                <a:gd name="connsiteY1" fmla="*/ 18183 h 158379"/>
                <a:gd name="connsiteX2" fmla="*/ 24959 w 32622"/>
                <a:gd name="connsiteY2" fmla="*/ 19847 h 158379"/>
                <a:gd name="connsiteX3" fmla="*/ 32622 w 32622"/>
                <a:gd name="connsiteY3" fmla="*/ 120318 h 158379"/>
                <a:gd name="connsiteX4" fmla="*/ 1544 w 32622"/>
                <a:gd name="connsiteY4" fmla="*/ 146558 h 158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2" h="158379">
                  <a:moveTo>
                    <a:pt x="1544" y="146596"/>
                  </a:moveTo>
                  <a:cubicBezTo>
                    <a:pt x="-933" y="119234"/>
                    <a:pt x="267" y="29058"/>
                    <a:pt x="460" y="18183"/>
                  </a:cubicBezTo>
                  <a:cubicBezTo>
                    <a:pt x="847" y="-4883"/>
                    <a:pt x="17760" y="-7786"/>
                    <a:pt x="24959" y="19847"/>
                  </a:cubicBezTo>
                  <a:cubicBezTo>
                    <a:pt x="29641" y="37805"/>
                    <a:pt x="32389" y="91640"/>
                    <a:pt x="32622" y="120318"/>
                  </a:cubicBezTo>
                  <a:cubicBezTo>
                    <a:pt x="32853" y="148996"/>
                    <a:pt x="4021" y="173920"/>
                    <a:pt x="1544" y="146558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24E1382-B3B1-3B1F-7987-23DEBD6936CF}"/>
                </a:ext>
              </a:extLst>
            </p:cNvPr>
            <p:cNvSpPr/>
            <p:nvPr/>
          </p:nvSpPr>
          <p:spPr>
            <a:xfrm>
              <a:off x="5099540" y="1722432"/>
              <a:ext cx="94737" cy="129019"/>
            </a:xfrm>
            <a:custGeom>
              <a:avLst/>
              <a:gdLst>
                <a:gd name="connsiteX0" fmla="*/ 153 w 94737"/>
                <a:gd name="connsiteY0" fmla="*/ 40252 h 129019"/>
                <a:gd name="connsiteX1" fmla="*/ 4255 w 94737"/>
                <a:gd name="connsiteY1" fmla="*/ 121294 h 129019"/>
                <a:gd name="connsiteX2" fmla="*/ 47370 w 94737"/>
                <a:gd name="connsiteY2" fmla="*/ 128957 h 129019"/>
                <a:gd name="connsiteX3" fmla="*/ 94547 w 94737"/>
                <a:gd name="connsiteY3" fmla="*/ 109916 h 129019"/>
                <a:gd name="connsiteX4" fmla="*/ 58980 w 94737"/>
                <a:gd name="connsiteY4" fmla="*/ 51205 h 129019"/>
                <a:gd name="connsiteX5" fmla="*/ 39629 w 94737"/>
                <a:gd name="connsiteY5" fmla="*/ 273 h 129019"/>
                <a:gd name="connsiteX6" fmla="*/ 153 w 94737"/>
                <a:gd name="connsiteY6" fmla="*/ 40213 h 12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737" h="129019">
                  <a:moveTo>
                    <a:pt x="153" y="40252"/>
                  </a:moveTo>
                  <a:cubicBezTo>
                    <a:pt x="-737" y="56236"/>
                    <a:pt x="2475" y="114715"/>
                    <a:pt x="4255" y="121294"/>
                  </a:cubicBezTo>
                  <a:cubicBezTo>
                    <a:pt x="6268" y="128686"/>
                    <a:pt x="26664" y="129267"/>
                    <a:pt x="47370" y="128957"/>
                  </a:cubicBezTo>
                  <a:cubicBezTo>
                    <a:pt x="69662" y="128609"/>
                    <a:pt x="91993" y="127718"/>
                    <a:pt x="94547" y="109916"/>
                  </a:cubicBezTo>
                  <a:cubicBezTo>
                    <a:pt x="97102" y="92113"/>
                    <a:pt x="73416" y="76787"/>
                    <a:pt x="58980" y="51205"/>
                  </a:cubicBezTo>
                  <a:cubicBezTo>
                    <a:pt x="44544" y="25623"/>
                    <a:pt x="48066" y="3562"/>
                    <a:pt x="39629" y="273"/>
                  </a:cubicBezTo>
                  <a:cubicBezTo>
                    <a:pt x="31231" y="-3017"/>
                    <a:pt x="1043" y="24229"/>
                    <a:pt x="153" y="40213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763E834-D154-DCD9-D58B-552DD7C75511}"/>
                </a:ext>
              </a:extLst>
            </p:cNvPr>
            <p:cNvSpPr/>
            <p:nvPr/>
          </p:nvSpPr>
          <p:spPr>
            <a:xfrm>
              <a:off x="4849722" y="675110"/>
              <a:ext cx="218609" cy="395363"/>
            </a:xfrm>
            <a:custGeom>
              <a:avLst/>
              <a:gdLst>
                <a:gd name="connsiteX0" fmla="*/ 45624 w 218609"/>
                <a:gd name="connsiteY0" fmla="*/ 21061 h 395363"/>
                <a:gd name="connsiteX1" fmla="*/ 121944 w 218609"/>
                <a:gd name="connsiteY1" fmla="*/ 391517 h 395363"/>
                <a:gd name="connsiteX2" fmla="*/ 194549 w 218609"/>
                <a:gd name="connsiteY2" fmla="*/ 147849 h 395363"/>
                <a:gd name="connsiteX3" fmla="*/ 45624 w 218609"/>
                <a:gd name="connsiteY3" fmla="*/ 21100 h 395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609" h="395363">
                  <a:moveTo>
                    <a:pt x="45624" y="21061"/>
                  </a:moveTo>
                  <a:cubicBezTo>
                    <a:pt x="-26207" y="67272"/>
                    <a:pt x="-21989" y="364155"/>
                    <a:pt x="121944" y="391517"/>
                  </a:cubicBezTo>
                  <a:cubicBezTo>
                    <a:pt x="265877" y="418880"/>
                    <a:pt x="211075" y="296349"/>
                    <a:pt x="194549" y="147849"/>
                  </a:cubicBezTo>
                  <a:cubicBezTo>
                    <a:pt x="177984" y="-689"/>
                    <a:pt x="117454" y="-25149"/>
                    <a:pt x="45624" y="21100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6CDA082-D0A7-B20F-DBB8-CEA665CAECFE}"/>
              </a:ext>
            </a:extLst>
          </p:cNvPr>
          <p:cNvGrpSpPr/>
          <p:nvPr/>
        </p:nvGrpSpPr>
        <p:grpSpPr>
          <a:xfrm>
            <a:off x="348751" y="47835"/>
            <a:ext cx="1443212" cy="1789705"/>
            <a:chOff x="348751" y="47835"/>
            <a:chExt cx="1443212" cy="1789705"/>
          </a:xfrm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E9C0FFF-819B-C15E-4EBA-513A044D7ADD}"/>
                </a:ext>
              </a:extLst>
            </p:cNvPr>
            <p:cNvSpPr/>
            <p:nvPr/>
          </p:nvSpPr>
          <p:spPr>
            <a:xfrm>
              <a:off x="701529" y="1377514"/>
              <a:ext cx="203529" cy="460026"/>
            </a:xfrm>
            <a:custGeom>
              <a:avLst/>
              <a:gdLst>
                <a:gd name="connsiteX0" fmla="*/ 39464 w 203529"/>
                <a:gd name="connsiteY0" fmla="*/ 24235 h 460026"/>
                <a:gd name="connsiteX1" fmla="*/ 142 w 203529"/>
                <a:gd name="connsiteY1" fmla="*/ 224402 h 460026"/>
                <a:gd name="connsiteX2" fmla="*/ 104638 w 203529"/>
                <a:gd name="connsiteY2" fmla="*/ 459865 h 460026"/>
                <a:gd name="connsiteX3" fmla="*/ 202515 w 203529"/>
                <a:gd name="connsiteY3" fmla="*/ 247042 h 460026"/>
                <a:gd name="connsiteX4" fmla="*/ 183396 w 203529"/>
                <a:gd name="connsiteY4" fmla="*/ 167045 h 460026"/>
                <a:gd name="connsiteX5" fmla="*/ 173024 w 203529"/>
                <a:gd name="connsiteY5" fmla="*/ 24312 h 460026"/>
                <a:gd name="connsiteX6" fmla="*/ 39502 w 203529"/>
                <a:gd name="connsiteY6" fmla="*/ 24196 h 460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3529" h="460026">
                  <a:moveTo>
                    <a:pt x="39464" y="24235"/>
                  </a:moveTo>
                  <a:cubicBezTo>
                    <a:pt x="31143" y="58138"/>
                    <a:pt x="-2451" y="179894"/>
                    <a:pt x="142" y="224402"/>
                  </a:cubicBezTo>
                  <a:cubicBezTo>
                    <a:pt x="2735" y="268909"/>
                    <a:pt x="40083" y="453595"/>
                    <a:pt x="104638" y="459865"/>
                  </a:cubicBezTo>
                  <a:cubicBezTo>
                    <a:pt x="169193" y="466134"/>
                    <a:pt x="210643" y="288840"/>
                    <a:pt x="202515" y="247042"/>
                  </a:cubicBezTo>
                  <a:cubicBezTo>
                    <a:pt x="194388" y="205244"/>
                    <a:pt x="184906" y="192550"/>
                    <a:pt x="183396" y="167045"/>
                  </a:cubicBezTo>
                  <a:cubicBezTo>
                    <a:pt x="181887" y="141579"/>
                    <a:pt x="182468" y="58138"/>
                    <a:pt x="173024" y="24312"/>
                  </a:cubicBezTo>
                  <a:cubicBezTo>
                    <a:pt x="148332" y="-6417"/>
                    <a:pt x="47785" y="-9707"/>
                    <a:pt x="39502" y="24196"/>
                  </a:cubicBezTo>
                  <a:close/>
                </a:path>
              </a:pathLst>
            </a:custGeom>
            <a:solidFill>
              <a:srgbClr val="853830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988E6E5-B099-1DF9-DA1A-2F0CBFAFD0F6}"/>
                </a:ext>
              </a:extLst>
            </p:cNvPr>
            <p:cNvSpPr/>
            <p:nvPr/>
          </p:nvSpPr>
          <p:spPr>
            <a:xfrm>
              <a:off x="741225" y="1178863"/>
              <a:ext cx="142887" cy="334490"/>
            </a:xfrm>
            <a:custGeom>
              <a:avLst/>
              <a:gdLst>
                <a:gd name="connsiteX0" fmla="*/ 8050 w 142887"/>
                <a:gd name="connsiteY0" fmla="*/ 39 h 334490"/>
                <a:gd name="connsiteX1" fmla="*/ 0 w 142887"/>
                <a:gd name="connsiteY1" fmla="*/ 282873 h 334490"/>
                <a:gd name="connsiteX2" fmla="*/ 59717 w 142887"/>
                <a:gd name="connsiteY2" fmla="*/ 334463 h 334490"/>
                <a:gd name="connsiteX3" fmla="*/ 129536 w 142887"/>
                <a:gd name="connsiteY3" fmla="*/ 275945 h 334490"/>
                <a:gd name="connsiteX4" fmla="*/ 142888 w 142887"/>
                <a:gd name="connsiteY4" fmla="*/ 26588 h 334490"/>
                <a:gd name="connsiteX5" fmla="*/ 8011 w 142887"/>
                <a:gd name="connsiteY5" fmla="*/ 0 h 334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887" h="334490">
                  <a:moveTo>
                    <a:pt x="8050" y="39"/>
                  </a:moveTo>
                  <a:cubicBezTo>
                    <a:pt x="8592" y="310"/>
                    <a:pt x="0" y="282873"/>
                    <a:pt x="0" y="282873"/>
                  </a:cubicBezTo>
                  <a:cubicBezTo>
                    <a:pt x="0" y="282873"/>
                    <a:pt x="15171" y="332954"/>
                    <a:pt x="59717" y="334463"/>
                  </a:cubicBezTo>
                  <a:cubicBezTo>
                    <a:pt x="104263" y="335972"/>
                    <a:pt x="129536" y="275945"/>
                    <a:pt x="129536" y="275945"/>
                  </a:cubicBezTo>
                  <a:lnTo>
                    <a:pt x="142888" y="26588"/>
                  </a:lnTo>
                  <a:lnTo>
                    <a:pt x="8011" y="0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9CA9D95-184D-29EA-A20D-AE740D9945C7}"/>
                </a:ext>
              </a:extLst>
            </p:cNvPr>
            <p:cNvSpPr/>
            <p:nvPr/>
          </p:nvSpPr>
          <p:spPr>
            <a:xfrm>
              <a:off x="652945" y="939607"/>
              <a:ext cx="339068" cy="500583"/>
            </a:xfrm>
            <a:custGeom>
              <a:avLst/>
              <a:gdLst>
                <a:gd name="connsiteX0" fmla="*/ 74424 w 339068"/>
                <a:gd name="connsiteY0" fmla="*/ 458271 h 500583"/>
                <a:gd name="connsiteX1" fmla="*/ 0 w 339068"/>
                <a:gd name="connsiteY1" fmla="*/ 0 h 500583"/>
                <a:gd name="connsiteX2" fmla="*/ 339069 w 339068"/>
                <a:gd name="connsiteY2" fmla="*/ 25040 h 500583"/>
                <a:gd name="connsiteX3" fmla="*/ 247770 w 339068"/>
                <a:gd name="connsiteY3" fmla="*/ 463766 h 500583"/>
                <a:gd name="connsiteX4" fmla="*/ 163013 w 339068"/>
                <a:gd name="connsiteY4" fmla="*/ 500301 h 500583"/>
                <a:gd name="connsiteX5" fmla="*/ 74385 w 339068"/>
                <a:gd name="connsiteY5" fmla="*/ 458310 h 500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068" h="500583">
                  <a:moveTo>
                    <a:pt x="74424" y="458271"/>
                  </a:moveTo>
                  <a:cubicBezTo>
                    <a:pt x="67071" y="445073"/>
                    <a:pt x="0" y="0"/>
                    <a:pt x="0" y="0"/>
                  </a:cubicBezTo>
                  <a:lnTo>
                    <a:pt x="339069" y="25040"/>
                  </a:lnTo>
                  <a:cubicBezTo>
                    <a:pt x="339069" y="25040"/>
                    <a:pt x="250905" y="454091"/>
                    <a:pt x="247770" y="463766"/>
                  </a:cubicBezTo>
                  <a:cubicBezTo>
                    <a:pt x="244674" y="473403"/>
                    <a:pt x="207095" y="496663"/>
                    <a:pt x="163013" y="500301"/>
                  </a:cubicBezTo>
                  <a:cubicBezTo>
                    <a:pt x="118931" y="503939"/>
                    <a:pt x="81777" y="471507"/>
                    <a:pt x="74385" y="458310"/>
                  </a:cubicBezTo>
                  <a:close/>
                </a:path>
              </a:pathLst>
            </a:custGeom>
            <a:solidFill>
              <a:srgbClr val="4C4E83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6960358-B5A5-7959-CA9D-2FF9587AB977}"/>
                </a:ext>
              </a:extLst>
            </p:cNvPr>
            <p:cNvSpPr/>
            <p:nvPr/>
          </p:nvSpPr>
          <p:spPr>
            <a:xfrm>
              <a:off x="1202554" y="47835"/>
              <a:ext cx="197673" cy="348185"/>
            </a:xfrm>
            <a:custGeom>
              <a:avLst/>
              <a:gdLst>
                <a:gd name="connsiteX0" fmla="*/ 5262 w 197673"/>
                <a:gd name="connsiteY0" fmla="*/ 302573 h 348185"/>
                <a:gd name="connsiteX1" fmla="*/ 4372 w 197673"/>
                <a:gd name="connsiteY1" fmla="*/ 123808 h 348185"/>
                <a:gd name="connsiteX2" fmla="*/ 386 w 197673"/>
                <a:gd name="connsiteY2" fmla="*/ 57550 h 348185"/>
                <a:gd name="connsiteX3" fmla="*/ 104610 w 197673"/>
                <a:gd name="connsiteY3" fmla="*/ 14126 h 348185"/>
                <a:gd name="connsiteX4" fmla="*/ 143738 w 197673"/>
                <a:gd name="connsiteY4" fmla="*/ 90757 h 348185"/>
                <a:gd name="connsiteX5" fmla="*/ 191767 w 197673"/>
                <a:gd name="connsiteY5" fmla="*/ 205198 h 348185"/>
                <a:gd name="connsiteX6" fmla="*/ 187007 w 197673"/>
                <a:gd name="connsiteY6" fmla="*/ 339804 h 348185"/>
                <a:gd name="connsiteX7" fmla="*/ 5262 w 197673"/>
                <a:gd name="connsiteY7" fmla="*/ 302611 h 348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7673" h="348185">
                  <a:moveTo>
                    <a:pt x="5262" y="302573"/>
                  </a:moveTo>
                  <a:cubicBezTo>
                    <a:pt x="5649" y="301063"/>
                    <a:pt x="7739" y="197032"/>
                    <a:pt x="4372" y="123808"/>
                  </a:cubicBezTo>
                  <a:cubicBezTo>
                    <a:pt x="3095" y="95710"/>
                    <a:pt x="-1317" y="69045"/>
                    <a:pt x="386" y="57550"/>
                  </a:cubicBezTo>
                  <a:cubicBezTo>
                    <a:pt x="6462" y="16139"/>
                    <a:pt x="58206" y="-21286"/>
                    <a:pt x="104610" y="14126"/>
                  </a:cubicBezTo>
                  <a:cubicBezTo>
                    <a:pt x="121059" y="26705"/>
                    <a:pt x="130889" y="66413"/>
                    <a:pt x="143738" y="90757"/>
                  </a:cubicBezTo>
                  <a:cubicBezTo>
                    <a:pt x="167114" y="135070"/>
                    <a:pt x="188323" y="171528"/>
                    <a:pt x="191767" y="205198"/>
                  </a:cubicBezTo>
                  <a:cubicBezTo>
                    <a:pt x="193238" y="219750"/>
                    <a:pt x="206822" y="327497"/>
                    <a:pt x="187007" y="339804"/>
                  </a:cubicBezTo>
                  <a:cubicBezTo>
                    <a:pt x="135727" y="371617"/>
                    <a:pt x="5262" y="302611"/>
                    <a:pt x="5262" y="302611"/>
                  </a:cubicBezTo>
                  <a:close/>
                </a:path>
              </a:pathLst>
            </a:custGeom>
            <a:solidFill>
              <a:srgbClr val="853830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73D8AC7-A466-475A-74ED-787CDC9FB9D4}"/>
                </a:ext>
              </a:extLst>
            </p:cNvPr>
            <p:cNvSpPr/>
            <p:nvPr/>
          </p:nvSpPr>
          <p:spPr>
            <a:xfrm>
              <a:off x="1227488" y="129609"/>
              <a:ext cx="118804" cy="110382"/>
            </a:xfrm>
            <a:custGeom>
              <a:avLst/>
              <a:gdLst>
                <a:gd name="connsiteX0" fmla="*/ 222 w 118804"/>
                <a:gd name="connsiteY0" fmla="*/ 110382 h 110382"/>
                <a:gd name="connsiteX1" fmla="*/ 41130 w 118804"/>
                <a:gd name="connsiteY1" fmla="*/ 391 h 110382"/>
                <a:gd name="connsiteX2" fmla="*/ 118805 w 118804"/>
                <a:gd name="connsiteY2" fmla="*/ 85768 h 110382"/>
                <a:gd name="connsiteX3" fmla="*/ 222 w 118804"/>
                <a:gd name="connsiteY3" fmla="*/ 110382 h 110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804" h="110382">
                  <a:moveTo>
                    <a:pt x="222" y="110382"/>
                  </a:moveTo>
                  <a:cubicBezTo>
                    <a:pt x="957" y="108989"/>
                    <a:pt x="-8099" y="7474"/>
                    <a:pt x="41130" y="391"/>
                  </a:cubicBezTo>
                  <a:cubicBezTo>
                    <a:pt x="90359" y="-6730"/>
                    <a:pt x="118805" y="85768"/>
                    <a:pt x="118805" y="85768"/>
                  </a:cubicBezTo>
                  <a:lnTo>
                    <a:pt x="222" y="110382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9099A78-6F99-BEB1-8347-9F739F5FA5D1}"/>
                </a:ext>
              </a:extLst>
            </p:cNvPr>
            <p:cNvSpPr/>
            <p:nvPr/>
          </p:nvSpPr>
          <p:spPr>
            <a:xfrm>
              <a:off x="1156420" y="186683"/>
              <a:ext cx="335469" cy="488202"/>
            </a:xfrm>
            <a:custGeom>
              <a:avLst/>
              <a:gdLst>
                <a:gd name="connsiteX0" fmla="*/ 0 w 335469"/>
                <a:gd name="connsiteY0" fmla="*/ 488203 h 488202"/>
                <a:gd name="connsiteX1" fmla="*/ 53912 w 335469"/>
                <a:gd name="connsiteY1" fmla="*/ 86708 h 488202"/>
                <a:gd name="connsiteX2" fmla="*/ 106856 w 335469"/>
                <a:gd name="connsiteY2" fmla="*/ 5047 h 488202"/>
                <a:gd name="connsiteX3" fmla="*/ 210036 w 335469"/>
                <a:gd name="connsiteY3" fmla="*/ 44368 h 488202"/>
                <a:gd name="connsiteX4" fmla="*/ 335469 w 335469"/>
                <a:gd name="connsiteY4" fmla="*/ 463859 h 488202"/>
                <a:gd name="connsiteX5" fmla="*/ 0 w 335469"/>
                <a:gd name="connsiteY5" fmla="*/ 488203 h 488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5469" h="488202">
                  <a:moveTo>
                    <a:pt x="0" y="488203"/>
                  </a:moveTo>
                  <a:cubicBezTo>
                    <a:pt x="0" y="488203"/>
                    <a:pt x="49964" y="112832"/>
                    <a:pt x="53912" y="86708"/>
                  </a:cubicBezTo>
                  <a:cubicBezTo>
                    <a:pt x="57898" y="60584"/>
                    <a:pt x="79184" y="22617"/>
                    <a:pt x="106856" y="5047"/>
                  </a:cubicBezTo>
                  <a:cubicBezTo>
                    <a:pt x="134490" y="-12524"/>
                    <a:pt x="195832" y="19483"/>
                    <a:pt x="210036" y="44368"/>
                  </a:cubicBezTo>
                  <a:cubicBezTo>
                    <a:pt x="224240" y="69253"/>
                    <a:pt x="335469" y="463859"/>
                    <a:pt x="335469" y="463859"/>
                  </a:cubicBezTo>
                  <a:lnTo>
                    <a:pt x="0" y="488203"/>
                  </a:lnTo>
                  <a:close/>
                </a:path>
              </a:pathLst>
            </a:custGeom>
            <a:solidFill>
              <a:srgbClr val="4C4E83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1B3DC8F3-E9DC-B4FB-3044-7179831755D9}"/>
                </a:ext>
              </a:extLst>
            </p:cNvPr>
            <p:cNvSpPr/>
            <p:nvPr/>
          </p:nvSpPr>
          <p:spPr>
            <a:xfrm>
              <a:off x="1478684" y="1422260"/>
              <a:ext cx="209482" cy="257829"/>
            </a:xfrm>
            <a:custGeom>
              <a:avLst/>
              <a:gdLst>
                <a:gd name="connsiteX0" fmla="*/ 75438 w 209482"/>
                <a:gd name="connsiteY0" fmla="*/ 3793 h 257829"/>
                <a:gd name="connsiteX1" fmla="*/ 37201 w 209482"/>
                <a:gd name="connsiteY1" fmla="*/ 87389 h 257829"/>
                <a:gd name="connsiteX2" fmla="*/ 35149 w 209482"/>
                <a:gd name="connsiteY2" fmla="*/ 131277 h 257829"/>
                <a:gd name="connsiteX3" fmla="*/ 18430 w 209482"/>
                <a:gd name="connsiteY3" fmla="*/ 137005 h 257829"/>
                <a:gd name="connsiteX4" fmla="*/ 2523 w 209482"/>
                <a:gd name="connsiteY4" fmla="*/ 185654 h 257829"/>
                <a:gd name="connsiteX5" fmla="*/ 18275 w 209482"/>
                <a:gd name="connsiteY5" fmla="*/ 202141 h 257829"/>
                <a:gd name="connsiteX6" fmla="*/ 22378 w 209482"/>
                <a:gd name="connsiteY6" fmla="*/ 245526 h 257829"/>
                <a:gd name="connsiteX7" fmla="*/ 50785 w 209482"/>
                <a:gd name="connsiteY7" fmla="*/ 239566 h 257829"/>
                <a:gd name="connsiteX8" fmla="*/ 118088 w 209482"/>
                <a:gd name="connsiteY8" fmla="*/ 257098 h 257829"/>
                <a:gd name="connsiteX9" fmla="*/ 207025 w 209482"/>
                <a:gd name="connsiteY9" fmla="*/ 158446 h 257829"/>
                <a:gd name="connsiteX10" fmla="*/ 205670 w 209482"/>
                <a:gd name="connsiteY10" fmla="*/ 0 h 257829"/>
                <a:gd name="connsiteX11" fmla="*/ 75399 w 209482"/>
                <a:gd name="connsiteY11" fmla="*/ 3870 h 25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9482" h="257829">
                  <a:moveTo>
                    <a:pt x="75438" y="3793"/>
                  </a:moveTo>
                  <a:cubicBezTo>
                    <a:pt x="75438" y="3793"/>
                    <a:pt x="40761" y="52596"/>
                    <a:pt x="37201" y="87389"/>
                  </a:cubicBezTo>
                  <a:cubicBezTo>
                    <a:pt x="33640" y="122221"/>
                    <a:pt x="35149" y="131277"/>
                    <a:pt x="35149" y="131277"/>
                  </a:cubicBezTo>
                  <a:cubicBezTo>
                    <a:pt x="35149" y="131277"/>
                    <a:pt x="22378" y="132980"/>
                    <a:pt x="18430" y="137005"/>
                  </a:cubicBezTo>
                  <a:cubicBezTo>
                    <a:pt x="14482" y="141030"/>
                    <a:pt x="-7307" y="172456"/>
                    <a:pt x="2523" y="185654"/>
                  </a:cubicBezTo>
                  <a:cubicBezTo>
                    <a:pt x="12354" y="198812"/>
                    <a:pt x="18275" y="202141"/>
                    <a:pt x="18275" y="202141"/>
                  </a:cubicBezTo>
                  <a:cubicBezTo>
                    <a:pt x="18275" y="202141"/>
                    <a:pt x="7594" y="235115"/>
                    <a:pt x="22378" y="245526"/>
                  </a:cubicBezTo>
                  <a:cubicBezTo>
                    <a:pt x="37201" y="255937"/>
                    <a:pt x="50785" y="239566"/>
                    <a:pt x="50785" y="239566"/>
                  </a:cubicBezTo>
                  <a:cubicBezTo>
                    <a:pt x="50785" y="239566"/>
                    <a:pt x="103304" y="262129"/>
                    <a:pt x="118088" y="257098"/>
                  </a:cubicBezTo>
                  <a:cubicBezTo>
                    <a:pt x="132911" y="252028"/>
                    <a:pt x="200794" y="177642"/>
                    <a:pt x="207025" y="158446"/>
                  </a:cubicBezTo>
                  <a:cubicBezTo>
                    <a:pt x="213256" y="139250"/>
                    <a:pt x="205670" y="0"/>
                    <a:pt x="205670" y="0"/>
                  </a:cubicBezTo>
                  <a:lnTo>
                    <a:pt x="75399" y="3870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7FF4F39-F97F-C95D-019E-97F34DC31CD3}"/>
                </a:ext>
              </a:extLst>
            </p:cNvPr>
            <p:cNvSpPr/>
            <p:nvPr/>
          </p:nvSpPr>
          <p:spPr>
            <a:xfrm>
              <a:off x="1497888" y="609126"/>
              <a:ext cx="294075" cy="849911"/>
            </a:xfrm>
            <a:custGeom>
              <a:avLst/>
              <a:gdLst>
                <a:gd name="connsiteX0" fmla="*/ 150319 w 294075"/>
                <a:gd name="connsiteY0" fmla="*/ 7900 h 849911"/>
                <a:gd name="connsiteX1" fmla="*/ 289104 w 294075"/>
                <a:gd name="connsiteY1" fmla="*/ 255283 h 849911"/>
                <a:gd name="connsiteX2" fmla="*/ 257988 w 294075"/>
                <a:gd name="connsiteY2" fmla="*/ 580767 h 849911"/>
                <a:gd name="connsiteX3" fmla="*/ 201831 w 294075"/>
                <a:gd name="connsiteY3" fmla="*/ 808683 h 849911"/>
                <a:gd name="connsiteX4" fmla="*/ 108830 w 294075"/>
                <a:gd name="connsiteY4" fmla="*/ 847850 h 849911"/>
                <a:gd name="connsiteX5" fmla="*/ 48107 w 294075"/>
                <a:gd name="connsiteY5" fmla="*/ 803613 h 849911"/>
                <a:gd name="connsiteX6" fmla="*/ 32935 w 294075"/>
                <a:gd name="connsiteY6" fmla="*/ 590133 h 849911"/>
                <a:gd name="connsiteX7" fmla="*/ 0 w 294075"/>
                <a:gd name="connsiteY7" fmla="*/ 378201 h 849911"/>
                <a:gd name="connsiteX8" fmla="*/ 150319 w 294075"/>
                <a:gd name="connsiteY8" fmla="*/ 7900 h 849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4075" h="849911">
                  <a:moveTo>
                    <a:pt x="150319" y="7900"/>
                  </a:moveTo>
                  <a:cubicBezTo>
                    <a:pt x="237243" y="79769"/>
                    <a:pt x="267779" y="121606"/>
                    <a:pt x="289104" y="255283"/>
                  </a:cubicBezTo>
                  <a:cubicBezTo>
                    <a:pt x="310468" y="388960"/>
                    <a:pt x="255936" y="500809"/>
                    <a:pt x="257988" y="580767"/>
                  </a:cubicBezTo>
                  <a:cubicBezTo>
                    <a:pt x="260039" y="660687"/>
                    <a:pt x="201831" y="808683"/>
                    <a:pt x="201831" y="808683"/>
                  </a:cubicBezTo>
                  <a:cubicBezTo>
                    <a:pt x="201831" y="808683"/>
                    <a:pt x="151402" y="860776"/>
                    <a:pt x="108830" y="847850"/>
                  </a:cubicBezTo>
                  <a:cubicBezTo>
                    <a:pt x="66258" y="834923"/>
                    <a:pt x="51396" y="813173"/>
                    <a:pt x="48107" y="803613"/>
                  </a:cubicBezTo>
                  <a:cubicBezTo>
                    <a:pt x="44856" y="794054"/>
                    <a:pt x="29413" y="647064"/>
                    <a:pt x="32935" y="590133"/>
                  </a:cubicBezTo>
                  <a:cubicBezTo>
                    <a:pt x="36496" y="533202"/>
                    <a:pt x="0" y="378201"/>
                    <a:pt x="0" y="378201"/>
                  </a:cubicBezTo>
                  <a:cubicBezTo>
                    <a:pt x="0" y="378201"/>
                    <a:pt x="63394" y="-63970"/>
                    <a:pt x="150319" y="7900"/>
                  </a:cubicBezTo>
                  <a:close/>
                </a:path>
              </a:pathLst>
            </a:custGeom>
            <a:solidFill>
              <a:srgbClr val="40273C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F98B1C6-1354-A511-78B6-55F9C2EEE70D}"/>
                </a:ext>
              </a:extLst>
            </p:cNvPr>
            <p:cNvSpPr/>
            <p:nvPr/>
          </p:nvSpPr>
          <p:spPr>
            <a:xfrm>
              <a:off x="387874" y="465173"/>
              <a:ext cx="1331433" cy="585110"/>
            </a:xfrm>
            <a:custGeom>
              <a:avLst/>
              <a:gdLst>
                <a:gd name="connsiteX0" fmla="*/ 1293849 w 1331433"/>
                <a:gd name="connsiteY0" fmla="*/ 195780 h 585110"/>
                <a:gd name="connsiteX1" fmla="*/ 885929 w 1331433"/>
                <a:gd name="connsiteY1" fmla="*/ 5018 h 585110"/>
                <a:gd name="connsiteX2" fmla="*/ 440546 w 1331433"/>
                <a:gd name="connsiteY2" fmla="*/ 6218 h 585110"/>
                <a:gd name="connsiteX3" fmla="*/ 23958 w 1331433"/>
                <a:gd name="connsiteY3" fmla="*/ 172714 h 585110"/>
                <a:gd name="connsiteX4" fmla="*/ 70400 w 1331433"/>
                <a:gd name="connsiteY4" fmla="*/ 452065 h 585110"/>
                <a:gd name="connsiteX5" fmla="*/ 400877 w 1331433"/>
                <a:gd name="connsiteY5" fmla="*/ 568132 h 585110"/>
                <a:gd name="connsiteX6" fmla="*/ 952187 w 1331433"/>
                <a:gd name="connsiteY6" fmla="*/ 573280 h 585110"/>
                <a:gd name="connsiteX7" fmla="*/ 1298299 w 1331433"/>
                <a:gd name="connsiteY7" fmla="*/ 442196 h 585110"/>
                <a:gd name="connsiteX8" fmla="*/ 1293810 w 1331433"/>
                <a:gd name="connsiteY8" fmla="*/ 195819 h 585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1433" h="585110">
                  <a:moveTo>
                    <a:pt x="1293849" y="195780"/>
                  </a:moveTo>
                  <a:cubicBezTo>
                    <a:pt x="1270086" y="129213"/>
                    <a:pt x="1064462" y="11829"/>
                    <a:pt x="885929" y="5018"/>
                  </a:cubicBezTo>
                  <a:cubicBezTo>
                    <a:pt x="716221" y="-1484"/>
                    <a:pt x="638623" y="-2258"/>
                    <a:pt x="440546" y="6218"/>
                  </a:cubicBezTo>
                  <a:cubicBezTo>
                    <a:pt x="247694" y="14500"/>
                    <a:pt x="60260" y="138308"/>
                    <a:pt x="23958" y="172714"/>
                  </a:cubicBezTo>
                  <a:cubicBezTo>
                    <a:pt x="-12384" y="207120"/>
                    <a:pt x="-15015" y="377331"/>
                    <a:pt x="70400" y="452065"/>
                  </a:cubicBezTo>
                  <a:cubicBezTo>
                    <a:pt x="155815" y="526799"/>
                    <a:pt x="266851" y="550136"/>
                    <a:pt x="400877" y="568132"/>
                  </a:cubicBezTo>
                  <a:cubicBezTo>
                    <a:pt x="534902" y="586129"/>
                    <a:pt x="833527" y="592786"/>
                    <a:pt x="952187" y="573280"/>
                  </a:cubicBezTo>
                  <a:cubicBezTo>
                    <a:pt x="1070886" y="553774"/>
                    <a:pt x="1233938" y="498469"/>
                    <a:pt x="1298299" y="442196"/>
                  </a:cubicBezTo>
                  <a:cubicBezTo>
                    <a:pt x="1362661" y="385923"/>
                    <a:pt x="1317573" y="262386"/>
                    <a:pt x="1293810" y="195819"/>
                  </a:cubicBezTo>
                  <a:close/>
                </a:path>
              </a:pathLst>
            </a:custGeom>
            <a:solidFill>
              <a:srgbClr val="40273C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CC353FF-33CF-A1EE-CE5E-CB191F20076E}"/>
                </a:ext>
              </a:extLst>
            </p:cNvPr>
            <p:cNvSpPr/>
            <p:nvPr/>
          </p:nvSpPr>
          <p:spPr>
            <a:xfrm>
              <a:off x="388572" y="365070"/>
              <a:ext cx="182906" cy="153227"/>
            </a:xfrm>
            <a:custGeom>
              <a:avLst/>
              <a:gdLst>
                <a:gd name="connsiteX0" fmla="*/ 182906 w 182906"/>
                <a:gd name="connsiteY0" fmla="*/ 153227 h 153227"/>
                <a:gd name="connsiteX1" fmla="*/ 0 w 182906"/>
                <a:gd name="connsiteY1" fmla="*/ 111545 h 153227"/>
                <a:gd name="connsiteX2" fmla="*/ 18848 w 182906"/>
                <a:gd name="connsiteY2" fmla="*/ 32941 h 153227"/>
                <a:gd name="connsiteX3" fmla="*/ 74579 w 182906"/>
                <a:gd name="connsiteY3" fmla="*/ 238 h 153227"/>
                <a:gd name="connsiteX4" fmla="*/ 129265 w 182906"/>
                <a:gd name="connsiteY4" fmla="*/ 34760 h 153227"/>
                <a:gd name="connsiteX5" fmla="*/ 173772 w 182906"/>
                <a:gd name="connsiteY5" fmla="*/ 64754 h 153227"/>
                <a:gd name="connsiteX6" fmla="*/ 182906 w 182906"/>
                <a:gd name="connsiteY6" fmla="*/ 153188 h 153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2906" h="153227">
                  <a:moveTo>
                    <a:pt x="182906" y="153227"/>
                  </a:moveTo>
                  <a:lnTo>
                    <a:pt x="0" y="111545"/>
                  </a:lnTo>
                  <a:cubicBezTo>
                    <a:pt x="0" y="111545"/>
                    <a:pt x="4219" y="55040"/>
                    <a:pt x="18848" y="32941"/>
                  </a:cubicBezTo>
                  <a:cubicBezTo>
                    <a:pt x="33477" y="10842"/>
                    <a:pt x="45978" y="-1929"/>
                    <a:pt x="74579" y="238"/>
                  </a:cubicBezTo>
                  <a:cubicBezTo>
                    <a:pt x="88589" y="1283"/>
                    <a:pt x="119241" y="14016"/>
                    <a:pt x="129265" y="34760"/>
                  </a:cubicBezTo>
                  <a:cubicBezTo>
                    <a:pt x="139289" y="55505"/>
                    <a:pt x="168973" y="48848"/>
                    <a:pt x="173772" y="64754"/>
                  </a:cubicBezTo>
                  <a:cubicBezTo>
                    <a:pt x="183177" y="95948"/>
                    <a:pt x="182906" y="153188"/>
                    <a:pt x="182906" y="153188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CF452779-1C2E-4E60-AAB2-5D188C4CA198}"/>
                </a:ext>
              </a:extLst>
            </p:cNvPr>
            <p:cNvSpPr/>
            <p:nvPr/>
          </p:nvSpPr>
          <p:spPr>
            <a:xfrm>
              <a:off x="348751" y="433058"/>
              <a:ext cx="274780" cy="484179"/>
            </a:xfrm>
            <a:custGeom>
              <a:avLst/>
              <a:gdLst>
                <a:gd name="connsiteX0" fmla="*/ 109562 w 274780"/>
                <a:gd name="connsiteY0" fmla="*/ 484180 h 484179"/>
                <a:gd name="connsiteX1" fmla="*/ 228 w 274780"/>
                <a:gd name="connsiteY1" fmla="*/ 145924 h 484179"/>
                <a:gd name="connsiteX2" fmla="*/ 122217 w 274780"/>
                <a:gd name="connsiteY2" fmla="*/ 869 h 484179"/>
                <a:gd name="connsiteX3" fmla="*/ 274781 w 274780"/>
                <a:gd name="connsiteY3" fmla="*/ 114111 h 484179"/>
                <a:gd name="connsiteX4" fmla="*/ 109562 w 274780"/>
                <a:gd name="connsiteY4" fmla="*/ 484180 h 484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780" h="484179">
                  <a:moveTo>
                    <a:pt x="109562" y="484180"/>
                  </a:moveTo>
                  <a:cubicBezTo>
                    <a:pt x="34828" y="450354"/>
                    <a:pt x="-3332" y="240202"/>
                    <a:pt x="228" y="145924"/>
                  </a:cubicBezTo>
                  <a:cubicBezTo>
                    <a:pt x="3789" y="51646"/>
                    <a:pt x="27939" y="13292"/>
                    <a:pt x="122217" y="869"/>
                  </a:cubicBezTo>
                  <a:cubicBezTo>
                    <a:pt x="216495" y="-11593"/>
                    <a:pt x="274781" y="114111"/>
                    <a:pt x="274781" y="114111"/>
                  </a:cubicBezTo>
                  <a:lnTo>
                    <a:pt x="109562" y="484180"/>
                  </a:lnTo>
                  <a:close/>
                </a:path>
              </a:pathLst>
            </a:custGeom>
            <a:solidFill>
              <a:srgbClr val="40273C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8A3ADC8-A1F9-A103-3E9B-87A642372E60}"/>
                </a:ext>
              </a:extLst>
            </p:cNvPr>
            <p:cNvSpPr/>
            <p:nvPr/>
          </p:nvSpPr>
          <p:spPr>
            <a:xfrm>
              <a:off x="520650" y="630517"/>
              <a:ext cx="1055927" cy="314033"/>
            </a:xfrm>
            <a:custGeom>
              <a:avLst/>
              <a:gdLst>
                <a:gd name="connsiteX0" fmla="*/ 632 w 1055927"/>
                <a:gd name="connsiteY0" fmla="*/ 137331 h 314033"/>
                <a:gd name="connsiteX1" fmla="*/ 477789 w 1055927"/>
                <a:gd name="connsiteY1" fmla="*/ 248 h 314033"/>
                <a:gd name="connsiteX2" fmla="*/ 1055339 w 1055927"/>
                <a:gd name="connsiteY2" fmla="*/ 166628 h 314033"/>
                <a:gd name="connsiteX3" fmla="*/ 528721 w 1055927"/>
                <a:gd name="connsiteY3" fmla="*/ 313773 h 314033"/>
                <a:gd name="connsiteX4" fmla="*/ 670 w 1055927"/>
                <a:gd name="connsiteY4" fmla="*/ 137292 h 314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927" h="314033">
                  <a:moveTo>
                    <a:pt x="632" y="137331"/>
                  </a:moveTo>
                  <a:cubicBezTo>
                    <a:pt x="-13069" y="-12098"/>
                    <a:pt x="197741" y="248"/>
                    <a:pt x="477789" y="248"/>
                  </a:cubicBezTo>
                  <a:cubicBezTo>
                    <a:pt x="757837" y="248"/>
                    <a:pt x="1037614" y="6363"/>
                    <a:pt x="1055339" y="166628"/>
                  </a:cubicBezTo>
                  <a:cubicBezTo>
                    <a:pt x="1073065" y="326893"/>
                    <a:pt x="685387" y="313773"/>
                    <a:pt x="528721" y="313773"/>
                  </a:cubicBezTo>
                  <a:cubicBezTo>
                    <a:pt x="372055" y="313773"/>
                    <a:pt x="14371" y="286721"/>
                    <a:pt x="670" y="137292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FFC85E8D-6D55-1597-871E-050F8FD275BC}"/>
                </a:ext>
              </a:extLst>
            </p:cNvPr>
            <p:cNvSpPr/>
            <p:nvPr/>
          </p:nvSpPr>
          <p:spPr>
            <a:xfrm>
              <a:off x="757545" y="518268"/>
              <a:ext cx="582103" cy="692285"/>
            </a:xfrm>
            <a:custGeom>
              <a:avLst/>
              <a:gdLst>
                <a:gd name="connsiteX0" fmla="*/ 233656 w 582103"/>
                <a:gd name="connsiteY0" fmla="*/ 7809 h 692285"/>
                <a:gd name="connsiteX1" fmla="*/ 582091 w 582103"/>
                <a:gd name="connsiteY1" fmla="*/ 324662 h 692285"/>
                <a:gd name="connsiteX2" fmla="*/ 410834 w 582103"/>
                <a:gd name="connsiteY2" fmla="*/ 672903 h 692285"/>
                <a:gd name="connsiteX3" fmla="*/ 194567 w 582103"/>
                <a:gd name="connsiteY3" fmla="*/ 669342 h 692285"/>
                <a:gd name="connsiteX4" fmla="*/ 7249 w 582103"/>
                <a:gd name="connsiteY4" fmla="*/ 378264 h 692285"/>
                <a:gd name="connsiteX5" fmla="*/ 233617 w 582103"/>
                <a:gd name="connsiteY5" fmla="*/ 7809 h 692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2103" h="692285">
                  <a:moveTo>
                    <a:pt x="233656" y="7809"/>
                  </a:moveTo>
                  <a:cubicBezTo>
                    <a:pt x="417878" y="-39447"/>
                    <a:pt x="583793" y="135487"/>
                    <a:pt x="582091" y="324662"/>
                  </a:cubicBezTo>
                  <a:cubicBezTo>
                    <a:pt x="580388" y="513838"/>
                    <a:pt x="451819" y="653436"/>
                    <a:pt x="410834" y="672903"/>
                  </a:cubicBezTo>
                  <a:cubicBezTo>
                    <a:pt x="369849" y="692370"/>
                    <a:pt x="250685" y="705877"/>
                    <a:pt x="194567" y="669342"/>
                  </a:cubicBezTo>
                  <a:cubicBezTo>
                    <a:pt x="138488" y="632808"/>
                    <a:pt x="39333" y="497235"/>
                    <a:pt x="7249" y="378264"/>
                  </a:cubicBezTo>
                  <a:cubicBezTo>
                    <a:pt x="-24835" y="259294"/>
                    <a:pt x="49396" y="55064"/>
                    <a:pt x="233617" y="7809"/>
                  </a:cubicBezTo>
                  <a:close/>
                </a:path>
              </a:pathLst>
            </a:custGeom>
            <a:solidFill>
              <a:srgbClr val="853830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6FF57FA-43D4-5AAD-CAE1-803FC044AEF5}"/>
                </a:ext>
              </a:extLst>
            </p:cNvPr>
            <p:cNvSpPr/>
            <p:nvPr/>
          </p:nvSpPr>
          <p:spPr>
            <a:xfrm>
              <a:off x="843404" y="672208"/>
              <a:ext cx="218609" cy="395401"/>
            </a:xfrm>
            <a:custGeom>
              <a:avLst/>
              <a:gdLst>
                <a:gd name="connsiteX0" fmla="*/ 45624 w 218609"/>
                <a:gd name="connsiteY0" fmla="*/ 21100 h 395401"/>
                <a:gd name="connsiteX1" fmla="*/ 121944 w 218609"/>
                <a:gd name="connsiteY1" fmla="*/ 391556 h 395401"/>
                <a:gd name="connsiteX2" fmla="*/ 194549 w 218609"/>
                <a:gd name="connsiteY2" fmla="*/ 147849 h 395401"/>
                <a:gd name="connsiteX3" fmla="*/ 45624 w 218609"/>
                <a:gd name="connsiteY3" fmla="*/ 21100 h 395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609" h="395401">
                  <a:moveTo>
                    <a:pt x="45624" y="21100"/>
                  </a:moveTo>
                  <a:cubicBezTo>
                    <a:pt x="-26207" y="67310"/>
                    <a:pt x="-21989" y="364194"/>
                    <a:pt x="121944" y="391556"/>
                  </a:cubicBezTo>
                  <a:cubicBezTo>
                    <a:pt x="265877" y="418918"/>
                    <a:pt x="211075" y="296388"/>
                    <a:pt x="194549" y="147849"/>
                  </a:cubicBezTo>
                  <a:cubicBezTo>
                    <a:pt x="177985" y="-689"/>
                    <a:pt x="117455" y="-25149"/>
                    <a:pt x="45624" y="21100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2F1D619-8D81-4FF3-5AE7-8B6612E6E622}"/>
              </a:ext>
            </a:extLst>
          </p:cNvPr>
          <p:cNvGrpSpPr/>
          <p:nvPr/>
        </p:nvGrpSpPr>
        <p:grpSpPr>
          <a:xfrm>
            <a:off x="10387495" y="-1"/>
            <a:ext cx="1456305" cy="1872410"/>
            <a:chOff x="10387495" y="-1"/>
            <a:chExt cx="1456305" cy="1872410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D810579-8C44-873B-AF23-38F779C55C69}"/>
                </a:ext>
              </a:extLst>
            </p:cNvPr>
            <p:cNvSpPr/>
            <p:nvPr/>
          </p:nvSpPr>
          <p:spPr>
            <a:xfrm>
              <a:off x="11252875" y="1340700"/>
              <a:ext cx="216707" cy="531709"/>
            </a:xfrm>
            <a:custGeom>
              <a:avLst/>
              <a:gdLst>
                <a:gd name="connsiteX0" fmla="*/ 194106 w 216707"/>
                <a:gd name="connsiteY0" fmla="*/ 165621 h 531709"/>
                <a:gd name="connsiteX1" fmla="*/ 216707 w 216707"/>
                <a:gd name="connsiteY1" fmla="*/ 348449 h 531709"/>
                <a:gd name="connsiteX2" fmla="*/ 163337 w 216707"/>
                <a:gd name="connsiteY2" fmla="*/ 520983 h 531709"/>
                <a:gd name="connsiteX3" fmla="*/ 67859 w 216707"/>
                <a:gd name="connsiteY3" fmla="*/ 522183 h 531709"/>
                <a:gd name="connsiteX4" fmla="*/ 286 w 216707"/>
                <a:gd name="connsiteY4" fmla="*/ 354100 h 531709"/>
                <a:gd name="connsiteX5" fmla="*/ 20101 w 216707"/>
                <a:gd name="connsiteY5" fmla="*/ 189693 h 531709"/>
                <a:gd name="connsiteX6" fmla="*/ 102575 w 216707"/>
                <a:gd name="connsiteY6" fmla="*/ 363 h 531709"/>
                <a:gd name="connsiteX7" fmla="*/ 194106 w 216707"/>
                <a:gd name="connsiteY7" fmla="*/ 165621 h 531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6707" h="531709">
                  <a:moveTo>
                    <a:pt x="194106" y="165621"/>
                  </a:moveTo>
                  <a:cubicBezTo>
                    <a:pt x="200104" y="249953"/>
                    <a:pt x="216668" y="307541"/>
                    <a:pt x="216707" y="348449"/>
                  </a:cubicBezTo>
                  <a:cubicBezTo>
                    <a:pt x="216746" y="389357"/>
                    <a:pt x="180521" y="507669"/>
                    <a:pt x="163337" y="520983"/>
                  </a:cubicBezTo>
                  <a:cubicBezTo>
                    <a:pt x="146153" y="534296"/>
                    <a:pt x="89803" y="535806"/>
                    <a:pt x="67859" y="522183"/>
                  </a:cubicBezTo>
                  <a:cubicBezTo>
                    <a:pt x="45915" y="508560"/>
                    <a:pt x="3227" y="383436"/>
                    <a:pt x="286" y="354100"/>
                  </a:cubicBezTo>
                  <a:cubicBezTo>
                    <a:pt x="-2694" y="324764"/>
                    <a:pt x="18592" y="250533"/>
                    <a:pt x="20101" y="189693"/>
                  </a:cubicBezTo>
                  <a:cubicBezTo>
                    <a:pt x="21611" y="128854"/>
                    <a:pt x="-5597" y="-7958"/>
                    <a:pt x="102575" y="363"/>
                  </a:cubicBezTo>
                  <a:cubicBezTo>
                    <a:pt x="210747" y="8684"/>
                    <a:pt x="188145" y="81328"/>
                    <a:pt x="194106" y="165621"/>
                  </a:cubicBezTo>
                  <a:close/>
                </a:path>
              </a:pathLst>
            </a:custGeom>
            <a:solidFill>
              <a:srgbClr val="2D1917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9E65F38-5092-01CF-2DF0-A005483C719E}"/>
                </a:ext>
              </a:extLst>
            </p:cNvPr>
            <p:cNvSpPr/>
            <p:nvPr/>
          </p:nvSpPr>
          <p:spPr>
            <a:xfrm>
              <a:off x="11109731" y="521122"/>
              <a:ext cx="458812" cy="994187"/>
            </a:xfrm>
            <a:custGeom>
              <a:avLst/>
              <a:gdLst>
                <a:gd name="connsiteX0" fmla="*/ 458813 w 458812"/>
                <a:gd name="connsiteY0" fmla="*/ 0 h 994187"/>
                <a:gd name="connsiteX1" fmla="*/ 383924 w 458812"/>
                <a:gd name="connsiteY1" fmla="*/ 549453 h 994187"/>
                <a:gd name="connsiteX2" fmla="*/ 366934 w 458812"/>
                <a:gd name="connsiteY2" fmla="*/ 764249 h 994187"/>
                <a:gd name="connsiteX3" fmla="*/ 368714 w 458812"/>
                <a:gd name="connsiteY3" fmla="*/ 870370 h 994187"/>
                <a:gd name="connsiteX4" fmla="*/ 247383 w 458812"/>
                <a:gd name="connsiteY4" fmla="*/ 991623 h 994187"/>
                <a:gd name="connsiteX5" fmla="*/ 138476 w 458812"/>
                <a:gd name="connsiteY5" fmla="*/ 906131 h 994187"/>
                <a:gd name="connsiteX6" fmla="*/ 143120 w 458812"/>
                <a:gd name="connsiteY6" fmla="*/ 826482 h 994187"/>
                <a:gd name="connsiteX7" fmla="*/ 0 w 458812"/>
                <a:gd name="connsiteY7" fmla="*/ 88589 h 994187"/>
                <a:gd name="connsiteX8" fmla="*/ 458813 w 458812"/>
                <a:gd name="connsiteY8" fmla="*/ 0 h 994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8812" h="994187">
                  <a:moveTo>
                    <a:pt x="458813" y="0"/>
                  </a:moveTo>
                  <a:cubicBezTo>
                    <a:pt x="458813" y="0"/>
                    <a:pt x="396154" y="483775"/>
                    <a:pt x="383924" y="549453"/>
                  </a:cubicBezTo>
                  <a:cubicBezTo>
                    <a:pt x="376958" y="587071"/>
                    <a:pt x="367089" y="725702"/>
                    <a:pt x="366934" y="764249"/>
                  </a:cubicBezTo>
                  <a:cubicBezTo>
                    <a:pt x="366779" y="802796"/>
                    <a:pt x="369953" y="861546"/>
                    <a:pt x="368714" y="870370"/>
                  </a:cubicBezTo>
                  <a:cubicBezTo>
                    <a:pt x="365773" y="891037"/>
                    <a:pt x="341313" y="1013297"/>
                    <a:pt x="247383" y="991623"/>
                  </a:cubicBezTo>
                  <a:cubicBezTo>
                    <a:pt x="153492" y="969989"/>
                    <a:pt x="140682" y="928268"/>
                    <a:pt x="138476" y="906131"/>
                  </a:cubicBezTo>
                  <a:cubicBezTo>
                    <a:pt x="136270" y="883993"/>
                    <a:pt x="145868" y="842427"/>
                    <a:pt x="143120" y="826482"/>
                  </a:cubicBezTo>
                  <a:cubicBezTo>
                    <a:pt x="140372" y="810537"/>
                    <a:pt x="0" y="88589"/>
                    <a:pt x="0" y="88589"/>
                  </a:cubicBezTo>
                  <a:lnTo>
                    <a:pt x="458813" y="0"/>
                  </a:lnTo>
                  <a:close/>
                </a:path>
              </a:pathLst>
            </a:custGeom>
            <a:solidFill>
              <a:srgbClr val="4C4E83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2BA831F1-2993-A12E-F67F-78102B556288}"/>
                </a:ext>
              </a:extLst>
            </p:cNvPr>
            <p:cNvSpPr/>
            <p:nvPr/>
          </p:nvSpPr>
          <p:spPr>
            <a:xfrm>
              <a:off x="10841468" y="-1"/>
              <a:ext cx="216894" cy="425318"/>
            </a:xfrm>
            <a:custGeom>
              <a:avLst/>
              <a:gdLst>
                <a:gd name="connsiteX0" fmla="*/ 20918 w 216894"/>
                <a:gd name="connsiteY0" fmla="*/ 32666 h 425318"/>
                <a:gd name="connsiteX1" fmla="*/ 92981 w 216894"/>
                <a:gd name="connsiteY1" fmla="*/ 1 h 425318"/>
                <a:gd name="connsiteX2" fmla="*/ 168992 w 216894"/>
                <a:gd name="connsiteY2" fmla="*/ 39593 h 425318"/>
                <a:gd name="connsiteX3" fmla="*/ 178707 w 216894"/>
                <a:gd name="connsiteY3" fmla="*/ 124273 h 425318"/>
                <a:gd name="connsiteX4" fmla="*/ 213461 w 216894"/>
                <a:gd name="connsiteY4" fmla="*/ 191925 h 425318"/>
                <a:gd name="connsiteX5" fmla="*/ 201347 w 216894"/>
                <a:gd name="connsiteY5" fmla="*/ 393640 h 425318"/>
                <a:gd name="connsiteX6" fmla="*/ 156839 w 216894"/>
                <a:gd name="connsiteY6" fmla="*/ 423943 h 425318"/>
                <a:gd name="connsiteX7" fmla="*/ 61284 w 216894"/>
                <a:gd name="connsiteY7" fmla="*/ 425298 h 425318"/>
                <a:gd name="connsiteX8" fmla="*/ 13255 w 216894"/>
                <a:gd name="connsiteY8" fmla="*/ 385744 h 425318"/>
                <a:gd name="connsiteX9" fmla="*/ 135 w 216894"/>
                <a:gd name="connsiteY9" fmla="*/ 202413 h 425318"/>
                <a:gd name="connsiteX10" fmla="*/ 20918 w 216894"/>
                <a:gd name="connsiteY10" fmla="*/ 32627 h 425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94" h="425318">
                  <a:moveTo>
                    <a:pt x="20918" y="32666"/>
                  </a:moveTo>
                  <a:cubicBezTo>
                    <a:pt x="34038" y="8477"/>
                    <a:pt x="62562" y="156"/>
                    <a:pt x="92981" y="1"/>
                  </a:cubicBezTo>
                  <a:cubicBezTo>
                    <a:pt x="123401" y="-154"/>
                    <a:pt x="163457" y="15056"/>
                    <a:pt x="168992" y="39593"/>
                  </a:cubicBezTo>
                  <a:cubicBezTo>
                    <a:pt x="174526" y="64130"/>
                    <a:pt x="172863" y="95866"/>
                    <a:pt x="178707" y="124273"/>
                  </a:cubicBezTo>
                  <a:cubicBezTo>
                    <a:pt x="184589" y="152719"/>
                    <a:pt x="202663" y="168819"/>
                    <a:pt x="213461" y="191925"/>
                  </a:cubicBezTo>
                  <a:cubicBezTo>
                    <a:pt x="224259" y="215030"/>
                    <a:pt x="206611" y="380403"/>
                    <a:pt x="201347" y="393640"/>
                  </a:cubicBezTo>
                  <a:cubicBezTo>
                    <a:pt x="196122" y="406837"/>
                    <a:pt x="181687" y="421815"/>
                    <a:pt x="156839" y="423943"/>
                  </a:cubicBezTo>
                  <a:cubicBezTo>
                    <a:pt x="131993" y="426072"/>
                    <a:pt x="77423" y="424872"/>
                    <a:pt x="61284" y="425298"/>
                  </a:cubicBezTo>
                  <a:cubicBezTo>
                    <a:pt x="45146" y="425724"/>
                    <a:pt x="22041" y="419841"/>
                    <a:pt x="13255" y="385744"/>
                  </a:cubicBezTo>
                  <a:cubicBezTo>
                    <a:pt x="4431" y="351687"/>
                    <a:pt x="1451" y="259653"/>
                    <a:pt x="135" y="202413"/>
                  </a:cubicBezTo>
                  <a:cubicBezTo>
                    <a:pt x="-1219" y="145134"/>
                    <a:pt x="7759" y="56816"/>
                    <a:pt x="20918" y="32627"/>
                  </a:cubicBezTo>
                  <a:close/>
                </a:path>
              </a:pathLst>
            </a:custGeom>
            <a:solidFill>
              <a:srgbClr val="2D1917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68D8962-4EC5-AFE3-4578-1DCBBD08D403}"/>
                </a:ext>
              </a:extLst>
            </p:cNvPr>
            <p:cNvSpPr/>
            <p:nvPr/>
          </p:nvSpPr>
          <p:spPr>
            <a:xfrm>
              <a:off x="10706727" y="88894"/>
              <a:ext cx="311213" cy="504910"/>
            </a:xfrm>
            <a:custGeom>
              <a:avLst/>
              <a:gdLst>
                <a:gd name="connsiteX0" fmla="*/ 39 w 311213"/>
                <a:gd name="connsiteY0" fmla="*/ 491171 h 504910"/>
                <a:gd name="connsiteX1" fmla="*/ 92226 w 311213"/>
                <a:gd name="connsiteY1" fmla="*/ 179581 h 504910"/>
                <a:gd name="connsiteX2" fmla="*/ 116531 w 311213"/>
                <a:gd name="connsiteY2" fmla="*/ 58018 h 504910"/>
                <a:gd name="connsiteX3" fmla="*/ 190800 w 311213"/>
                <a:gd name="connsiteY3" fmla="*/ 197 h 504910"/>
                <a:gd name="connsiteX4" fmla="*/ 309229 w 311213"/>
                <a:gd name="connsiteY4" fmla="*/ 106512 h 504910"/>
                <a:gd name="connsiteX5" fmla="*/ 309964 w 311213"/>
                <a:gd name="connsiteY5" fmla="*/ 504911 h 504910"/>
                <a:gd name="connsiteX6" fmla="*/ 0 w 311213"/>
                <a:gd name="connsiteY6" fmla="*/ 491133 h 504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213" h="504910">
                  <a:moveTo>
                    <a:pt x="39" y="491171"/>
                  </a:moveTo>
                  <a:cubicBezTo>
                    <a:pt x="23491" y="353083"/>
                    <a:pt x="79068" y="239608"/>
                    <a:pt x="92226" y="179581"/>
                  </a:cubicBezTo>
                  <a:cubicBezTo>
                    <a:pt x="100160" y="143434"/>
                    <a:pt x="101709" y="87974"/>
                    <a:pt x="116531" y="58018"/>
                  </a:cubicBezTo>
                  <a:cubicBezTo>
                    <a:pt x="131354" y="28063"/>
                    <a:pt x="156240" y="4648"/>
                    <a:pt x="190800" y="197"/>
                  </a:cubicBezTo>
                  <a:cubicBezTo>
                    <a:pt x="225323" y="-4253"/>
                    <a:pt x="305242" y="67616"/>
                    <a:pt x="309229" y="106512"/>
                  </a:cubicBezTo>
                  <a:cubicBezTo>
                    <a:pt x="313215" y="145407"/>
                    <a:pt x="309964" y="504911"/>
                    <a:pt x="309964" y="504911"/>
                  </a:cubicBezTo>
                  <a:lnTo>
                    <a:pt x="0" y="491133"/>
                  </a:lnTo>
                  <a:close/>
                </a:path>
              </a:pathLst>
            </a:custGeom>
            <a:solidFill>
              <a:srgbClr val="4C4E83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97A7BB73-8F18-BF00-6D5C-A0AD28193C90}"/>
                </a:ext>
              </a:extLst>
            </p:cNvPr>
            <p:cNvSpPr/>
            <p:nvPr/>
          </p:nvSpPr>
          <p:spPr>
            <a:xfrm>
              <a:off x="10478269" y="1379650"/>
              <a:ext cx="196044" cy="352714"/>
            </a:xfrm>
            <a:custGeom>
              <a:avLst/>
              <a:gdLst>
                <a:gd name="connsiteX0" fmla="*/ 136889 w 196044"/>
                <a:gd name="connsiteY0" fmla="*/ 0 h 352714"/>
                <a:gd name="connsiteX1" fmla="*/ 192117 w 196044"/>
                <a:gd name="connsiteY1" fmla="*/ 144668 h 352714"/>
                <a:gd name="connsiteX2" fmla="*/ 178648 w 196044"/>
                <a:gd name="connsiteY2" fmla="*/ 294677 h 352714"/>
                <a:gd name="connsiteX3" fmla="*/ 149119 w 196044"/>
                <a:gd name="connsiteY3" fmla="*/ 234534 h 352714"/>
                <a:gd name="connsiteX4" fmla="*/ 137431 w 196044"/>
                <a:gd name="connsiteY4" fmla="*/ 187008 h 352714"/>
                <a:gd name="connsiteX5" fmla="*/ 134257 w 196044"/>
                <a:gd name="connsiteY5" fmla="*/ 260310 h 352714"/>
                <a:gd name="connsiteX6" fmla="*/ 183874 w 196044"/>
                <a:gd name="connsiteY6" fmla="*/ 344409 h 352714"/>
                <a:gd name="connsiteX7" fmla="*/ 108095 w 196044"/>
                <a:gd name="connsiteY7" fmla="*/ 320298 h 352714"/>
                <a:gd name="connsiteX8" fmla="*/ 70283 w 196044"/>
                <a:gd name="connsiteY8" fmla="*/ 321575 h 352714"/>
                <a:gd name="connsiteX9" fmla="*/ 0 w 196044"/>
                <a:gd name="connsiteY9" fmla="*/ 188750 h 352714"/>
                <a:gd name="connsiteX10" fmla="*/ 16177 w 196044"/>
                <a:gd name="connsiteY10" fmla="*/ 41876 h 352714"/>
                <a:gd name="connsiteX11" fmla="*/ 136850 w 196044"/>
                <a:gd name="connsiteY11" fmla="*/ 0 h 352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6044" h="352714">
                  <a:moveTo>
                    <a:pt x="136889" y="0"/>
                  </a:moveTo>
                  <a:cubicBezTo>
                    <a:pt x="149312" y="45010"/>
                    <a:pt x="187899" y="111423"/>
                    <a:pt x="192117" y="144668"/>
                  </a:cubicBezTo>
                  <a:cubicBezTo>
                    <a:pt x="196335" y="177913"/>
                    <a:pt x="202334" y="295026"/>
                    <a:pt x="178648" y="294677"/>
                  </a:cubicBezTo>
                  <a:cubicBezTo>
                    <a:pt x="154963" y="294329"/>
                    <a:pt x="155776" y="266734"/>
                    <a:pt x="149119" y="234534"/>
                  </a:cubicBezTo>
                  <a:cubicBezTo>
                    <a:pt x="143662" y="208023"/>
                    <a:pt x="140024" y="184222"/>
                    <a:pt x="137431" y="187008"/>
                  </a:cubicBezTo>
                  <a:cubicBezTo>
                    <a:pt x="131703" y="193123"/>
                    <a:pt x="125317" y="240494"/>
                    <a:pt x="134257" y="260310"/>
                  </a:cubicBezTo>
                  <a:cubicBezTo>
                    <a:pt x="143198" y="280125"/>
                    <a:pt x="201986" y="316350"/>
                    <a:pt x="183874" y="344409"/>
                  </a:cubicBezTo>
                  <a:cubicBezTo>
                    <a:pt x="165760" y="372507"/>
                    <a:pt x="108095" y="320298"/>
                    <a:pt x="108095" y="320298"/>
                  </a:cubicBezTo>
                  <a:cubicBezTo>
                    <a:pt x="108095" y="320298"/>
                    <a:pt x="100432" y="338294"/>
                    <a:pt x="70283" y="321575"/>
                  </a:cubicBezTo>
                  <a:cubicBezTo>
                    <a:pt x="40134" y="304856"/>
                    <a:pt x="-77" y="228497"/>
                    <a:pt x="0" y="188750"/>
                  </a:cubicBezTo>
                  <a:cubicBezTo>
                    <a:pt x="78" y="149003"/>
                    <a:pt x="14668" y="52364"/>
                    <a:pt x="16177" y="41876"/>
                  </a:cubicBezTo>
                  <a:lnTo>
                    <a:pt x="136850" y="0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EB6158D-6401-D154-3092-A6EF6AFE5634}"/>
                </a:ext>
              </a:extLst>
            </p:cNvPr>
            <p:cNvSpPr/>
            <p:nvPr/>
          </p:nvSpPr>
          <p:spPr>
            <a:xfrm>
              <a:off x="10387495" y="609126"/>
              <a:ext cx="294076" cy="849911"/>
            </a:xfrm>
            <a:custGeom>
              <a:avLst/>
              <a:gdLst>
                <a:gd name="connsiteX0" fmla="*/ 143757 w 294076"/>
                <a:gd name="connsiteY0" fmla="*/ 7900 h 849911"/>
                <a:gd name="connsiteX1" fmla="*/ 4971 w 294076"/>
                <a:gd name="connsiteY1" fmla="*/ 255283 h 849911"/>
                <a:gd name="connsiteX2" fmla="*/ 36088 w 294076"/>
                <a:gd name="connsiteY2" fmla="*/ 580767 h 849911"/>
                <a:gd name="connsiteX3" fmla="*/ 92244 w 294076"/>
                <a:gd name="connsiteY3" fmla="*/ 808683 h 849911"/>
                <a:gd name="connsiteX4" fmla="*/ 185245 w 294076"/>
                <a:gd name="connsiteY4" fmla="*/ 847850 h 849911"/>
                <a:gd name="connsiteX5" fmla="*/ 245969 w 294076"/>
                <a:gd name="connsiteY5" fmla="*/ 803613 h 849911"/>
                <a:gd name="connsiteX6" fmla="*/ 261141 w 294076"/>
                <a:gd name="connsiteY6" fmla="*/ 590133 h 849911"/>
                <a:gd name="connsiteX7" fmla="*/ 294076 w 294076"/>
                <a:gd name="connsiteY7" fmla="*/ 378201 h 849911"/>
                <a:gd name="connsiteX8" fmla="*/ 143757 w 294076"/>
                <a:gd name="connsiteY8" fmla="*/ 7900 h 849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4076" h="849911">
                  <a:moveTo>
                    <a:pt x="143757" y="7900"/>
                  </a:moveTo>
                  <a:cubicBezTo>
                    <a:pt x="56832" y="79769"/>
                    <a:pt x="26296" y="121606"/>
                    <a:pt x="4971" y="255283"/>
                  </a:cubicBezTo>
                  <a:cubicBezTo>
                    <a:pt x="-16392" y="388960"/>
                    <a:pt x="38139" y="500809"/>
                    <a:pt x="36088" y="580767"/>
                  </a:cubicBezTo>
                  <a:cubicBezTo>
                    <a:pt x="34036" y="660687"/>
                    <a:pt x="92244" y="808683"/>
                    <a:pt x="92244" y="808683"/>
                  </a:cubicBezTo>
                  <a:cubicBezTo>
                    <a:pt x="92244" y="808683"/>
                    <a:pt x="142673" y="860776"/>
                    <a:pt x="185245" y="847850"/>
                  </a:cubicBezTo>
                  <a:cubicBezTo>
                    <a:pt x="227818" y="834923"/>
                    <a:pt x="242680" y="813173"/>
                    <a:pt x="245969" y="803613"/>
                  </a:cubicBezTo>
                  <a:cubicBezTo>
                    <a:pt x="249220" y="794054"/>
                    <a:pt x="264662" y="647064"/>
                    <a:pt x="261141" y="590133"/>
                  </a:cubicBezTo>
                  <a:cubicBezTo>
                    <a:pt x="257579" y="533202"/>
                    <a:pt x="294076" y="378201"/>
                    <a:pt x="294076" y="378201"/>
                  </a:cubicBezTo>
                  <a:cubicBezTo>
                    <a:pt x="294076" y="378201"/>
                    <a:pt x="230682" y="-63970"/>
                    <a:pt x="143757" y="7900"/>
                  </a:cubicBezTo>
                  <a:close/>
                </a:path>
              </a:pathLst>
            </a:custGeom>
            <a:solidFill>
              <a:srgbClr val="2D1917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C1D6B16-3CF9-5C96-39AA-7B21AC328897}"/>
                </a:ext>
              </a:extLst>
            </p:cNvPr>
            <p:cNvSpPr/>
            <p:nvPr/>
          </p:nvSpPr>
          <p:spPr>
            <a:xfrm>
              <a:off x="10460150" y="465173"/>
              <a:ext cx="1331433" cy="585110"/>
            </a:xfrm>
            <a:custGeom>
              <a:avLst/>
              <a:gdLst>
                <a:gd name="connsiteX0" fmla="*/ 37586 w 1331433"/>
                <a:gd name="connsiteY0" fmla="*/ 195780 h 585110"/>
                <a:gd name="connsiteX1" fmla="*/ 445505 w 1331433"/>
                <a:gd name="connsiteY1" fmla="*/ 5018 h 585110"/>
                <a:gd name="connsiteX2" fmla="*/ 890888 w 1331433"/>
                <a:gd name="connsiteY2" fmla="*/ 6218 h 585110"/>
                <a:gd name="connsiteX3" fmla="*/ 1307476 w 1331433"/>
                <a:gd name="connsiteY3" fmla="*/ 172714 h 585110"/>
                <a:gd name="connsiteX4" fmla="*/ 1261034 w 1331433"/>
                <a:gd name="connsiteY4" fmla="*/ 452065 h 585110"/>
                <a:gd name="connsiteX5" fmla="*/ 930557 w 1331433"/>
                <a:gd name="connsiteY5" fmla="*/ 568132 h 585110"/>
                <a:gd name="connsiteX6" fmla="*/ 379247 w 1331433"/>
                <a:gd name="connsiteY6" fmla="*/ 573280 h 585110"/>
                <a:gd name="connsiteX7" fmla="*/ 33134 w 1331433"/>
                <a:gd name="connsiteY7" fmla="*/ 442196 h 585110"/>
                <a:gd name="connsiteX8" fmla="*/ 37624 w 1331433"/>
                <a:gd name="connsiteY8" fmla="*/ 195819 h 585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1433" h="585110">
                  <a:moveTo>
                    <a:pt x="37586" y="195780"/>
                  </a:moveTo>
                  <a:cubicBezTo>
                    <a:pt x="61348" y="129213"/>
                    <a:pt x="266973" y="11829"/>
                    <a:pt x="445505" y="5018"/>
                  </a:cubicBezTo>
                  <a:cubicBezTo>
                    <a:pt x="615213" y="-1484"/>
                    <a:pt x="692810" y="-2258"/>
                    <a:pt x="890888" y="6218"/>
                  </a:cubicBezTo>
                  <a:cubicBezTo>
                    <a:pt x="1083739" y="14500"/>
                    <a:pt x="1271174" y="138308"/>
                    <a:pt x="1307476" y="172714"/>
                  </a:cubicBezTo>
                  <a:cubicBezTo>
                    <a:pt x="1343818" y="207120"/>
                    <a:pt x="1346449" y="377331"/>
                    <a:pt x="1261034" y="452065"/>
                  </a:cubicBezTo>
                  <a:cubicBezTo>
                    <a:pt x="1175618" y="526799"/>
                    <a:pt x="1064582" y="550136"/>
                    <a:pt x="930557" y="568132"/>
                  </a:cubicBezTo>
                  <a:cubicBezTo>
                    <a:pt x="796532" y="586129"/>
                    <a:pt x="497907" y="592786"/>
                    <a:pt x="379247" y="573280"/>
                  </a:cubicBezTo>
                  <a:cubicBezTo>
                    <a:pt x="260547" y="553774"/>
                    <a:pt x="97496" y="498469"/>
                    <a:pt x="33134" y="442196"/>
                  </a:cubicBezTo>
                  <a:cubicBezTo>
                    <a:pt x="-31227" y="385923"/>
                    <a:pt x="13861" y="262386"/>
                    <a:pt x="37624" y="195819"/>
                  </a:cubicBezTo>
                  <a:close/>
                </a:path>
              </a:pathLst>
            </a:custGeom>
            <a:solidFill>
              <a:srgbClr val="2D1917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B3382B8-FA33-71D5-E593-F79A33B584E7}"/>
                </a:ext>
              </a:extLst>
            </p:cNvPr>
            <p:cNvSpPr/>
            <p:nvPr/>
          </p:nvSpPr>
          <p:spPr>
            <a:xfrm>
              <a:off x="11696487" y="541286"/>
              <a:ext cx="147313" cy="479358"/>
            </a:xfrm>
            <a:custGeom>
              <a:avLst/>
              <a:gdLst>
                <a:gd name="connsiteX0" fmla="*/ 130973 w 147313"/>
                <a:gd name="connsiteY0" fmla="*/ 39 h 479358"/>
                <a:gd name="connsiteX1" fmla="*/ 142506 w 147313"/>
                <a:gd name="connsiteY1" fmla="*/ 259342 h 479358"/>
                <a:gd name="connsiteX2" fmla="*/ 142275 w 147313"/>
                <a:gd name="connsiteY2" fmla="*/ 399521 h 479358"/>
                <a:gd name="connsiteX3" fmla="*/ 73424 w 147313"/>
                <a:gd name="connsiteY3" fmla="*/ 479015 h 479358"/>
                <a:gd name="connsiteX4" fmla="*/ 37663 w 147313"/>
                <a:gd name="connsiteY4" fmla="*/ 460786 h 479358"/>
                <a:gd name="connsiteX5" fmla="*/ 19202 w 147313"/>
                <a:gd name="connsiteY5" fmla="*/ 426109 h 479358"/>
                <a:gd name="connsiteX6" fmla="*/ 161 w 147313"/>
                <a:gd name="connsiteY6" fmla="*/ 380286 h 479358"/>
                <a:gd name="connsiteX7" fmla="*/ 52795 w 147313"/>
                <a:gd name="connsiteY7" fmla="*/ 294019 h 479358"/>
                <a:gd name="connsiteX8" fmla="*/ 131012 w 147313"/>
                <a:gd name="connsiteY8" fmla="*/ 0 h 479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7313" h="479358">
                  <a:moveTo>
                    <a:pt x="130973" y="39"/>
                  </a:moveTo>
                  <a:cubicBezTo>
                    <a:pt x="153459" y="87041"/>
                    <a:pt x="147887" y="226136"/>
                    <a:pt x="142506" y="259342"/>
                  </a:cubicBezTo>
                  <a:cubicBezTo>
                    <a:pt x="137127" y="292549"/>
                    <a:pt x="144751" y="365115"/>
                    <a:pt x="142275" y="399521"/>
                  </a:cubicBezTo>
                  <a:cubicBezTo>
                    <a:pt x="139836" y="433927"/>
                    <a:pt x="97148" y="476654"/>
                    <a:pt x="73424" y="479015"/>
                  </a:cubicBezTo>
                  <a:cubicBezTo>
                    <a:pt x="49699" y="481376"/>
                    <a:pt x="39715" y="471159"/>
                    <a:pt x="37663" y="460786"/>
                  </a:cubicBezTo>
                  <a:cubicBezTo>
                    <a:pt x="35573" y="450414"/>
                    <a:pt x="28684" y="437991"/>
                    <a:pt x="19202" y="426109"/>
                  </a:cubicBezTo>
                  <a:cubicBezTo>
                    <a:pt x="9720" y="414228"/>
                    <a:pt x="3489" y="404320"/>
                    <a:pt x="161" y="380286"/>
                  </a:cubicBezTo>
                  <a:cubicBezTo>
                    <a:pt x="-3168" y="356291"/>
                    <a:pt x="46100" y="325755"/>
                    <a:pt x="52795" y="294019"/>
                  </a:cubicBezTo>
                  <a:cubicBezTo>
                    <a:pt x="59491" y="262245"/>
                    <a:pt x="131012" y="0"/>
                    <a:pt x="131012" y="0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5A373CA-2039-3AE5-09A5-F81140D07122}"/>
                </a:ext>
              </a:extLst>
            </p:cNvPr>
            <p:cNvSpPr/>
            <p:nvPr/>
          </p:nvSpPr>
          <p:spPr>
            <a:xfrm>
              <a:off x="11555927" y="433058"/>
              <a:ext cx="275003" cy="515644"/>
            </a:xfrm>
            <a:custGeom>
              <a:avLst/>
              <a:gdLst>
                <a:gd name="connsiteX0" fmla="*/ 123228 w 275003"/>
                <a:gd name="connsiteY0" fmla="*/ 515645 h 515644"/>
                <a:gd name="connsiteX1" fmla="*/ 274552 w 275003"/>
                <a:gd name="connsiteY1" fmla="*/ 145924 h 515644"/>
                <a:gd name="connsiteX2" fmla="*/ 152563 w 275003"/>
                <a:gd name="connsiteY2" fmla="*/ 869 h 515644"/>
                <a:gd name="connsiteX3" fmla="*/ 0 w 275003"/>
                <a:gd name="connsiteY3" fmla="*/ 114111 h 515644"/>
                <a:gd name="connsiteX4" fmla="*/ 123228 w 275003"/>
                <a:gd name="connsiteY4" fmla="*/ 515645 h 515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03" h="515644">
                  <a:moveTo>
                    <a:pt x="123228" y="515645"/>
                  </a:moveTo>
                  <a:cubicBezTo>
                    <a:pt x="263561" y="438744"/>
                    <a:pt x="278113" y="240202"/>
                    <a:pt x="274552" y="145924"/>
                  </a:cubicBezTo>
                  <a:cubicBezTo>
                    <a:pt x="270992" y="51646"/>
                    <a:pt x="246842" y="13292"/>
                    <a:pt x="152563" y="869"/>
                  </a:cubicBezTo>
                  <a:cubicBezTo>
                    <a:pt x="58285" y="-11593"/>
                    <a:pt x="0" y="114111"/>
                    <a:pt x="0" y="114111"/>
                  </a:cubicBezTo>
                  <a:lnTo>
                    <a:pt x="123228" y="515645"/>
                  </a:lnTo>
                  <a:close/>
                </a:path>
              </a:pathLst>
            </a:custGeom>
            <a:solidFill>
              <a:srgbClr val="2D1917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901A312-1AB1-DD59-52DE-79D02FA72BBA}"/>
                </a:ext>
              </a:extLst>
            </p:cNvPr>
            <p:cNvSpPr/>
            <p:nvPr/>
          </p:nvSpPr>
          <p:spPr>
            <a:xfrm>
              <a:off x="10614338" y="648251"/>
              <a:ext cx="1042418" cy="323109"/>
            </a:xfrm>
            <a:custGeom>
              <a:avLst/>
              <a:gdLst>
                <a:gd name="connsiteX0" fmla="*/ 664 w 1042418"/>
                <a:gd name="connsiteY0" fmla="*/ 166078 h 323109"/>
                <a:gd name="connsiteX1" fmla="*/ 466599 w 1042418"/>
                <a:gd name="connsiteY1" fmla="*/ 10070 h 323109"/>
                <a:gd name="connsiteX2" fmla="*/ 1041827 w 1042418"/>
                <a:gd name="connsiteY2" fmla="*/ 123776 h 323109"/>
                <a:gd name="connsiteX3" fmla="*/ 517530 w 1042418"/>
                <a:gd name="connsiteY3" fmla="*/ 323092 h 323109"/>
                <a:gd name="connsiteX4" fmla="*/ 703 w 1042418"/>
                <a:gd name="connsiteY4" fmla="*/ 166078 h 323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2418" h="323109">
                  <a:moveTo>
                    <a:pt x="664" y="166078"/>
                  </a:moveTo>
                  <a:cubicBezTo>
                    <a:pt x="-13035" y="3955"/>
                    <a:pt x="186550" y="10070"/>
                    <a:pt x="466599" y="10070"/>
                  </a:cubicBezTo>
                  <a:cubicBezTo>
                    <a:pt x="746646" y="10070"/>
                    <a:pt x="1024102" y="-50112"/>
                    <a:pt x="1041827" y="123776"/>
                  </a:cubicBezTo>
                  <a:cubicBezTo>
                    <a:pt x="1059552" y="297664"/>
                    <a:pt x="674196" y="323092"/>
                    <a:pt x="517530" y="323092"/>
                  </a:cubicBezTo>
                  <a:cubicBezTo>
                    <a:pt x="360865" y="323092"/>
                    <a:pt x="14404" y="328200"/>
                    <a:pt x="703" y="166078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00CA1089-DB17-EC3C-625A-B9295A0CD2D7}"/>
                </a:ext>
              </a:extLst>
            </p:cNvPr>
            <p:cNvSpPr/>
            <p:nvPr/>
          </p:nvSpPr>
          <p:spPr>
            <a:xfrm>
              <a:off x="10855664" y="518297"/>
              <a:ext cx="552354" cy="660644"/>
            </a:xfrm>
            <a:custGeom>
              <a:avLst/>
              <a:gdLst>
                <a:gd name="connsiteX0" fmla="*/ 371025 w 552354"/>
                <a:gd name="connsiteY0" fmla="*/ 543764 h 660644"/>
                <a:gd name="connsiteX1" fmla="*/ 201278 w 552354"/>
                <a:gd name="connsiteY1" fmla="*/ 660644 h 660644"/>
                <a:gd name="connsiteX2" fmla="*/ 1304 w 552354"/>
                <a:gd name="connsiteY2" fmla="*/ 335740 h 660644"/>
                <a:gd name="connsiteX3" fmla="*/ 296872 w 552354"/>
                <a:gd name="connsiteY3" fmla="*/ 0 h 660644"/>
                <a:gd name="connsiteX4" fmla="*/ 551260 w 552354"/>
                <a:gd name="connsiteY4" fmla="*/ 315576 h 660644"/>
                <a:gd name="connsiteX5" fmla="*/ 469908 w 552354"/>
                <a:gd name="connsiteY5" fmla="*/ 534978 h 660644"/>
                <a:gd name="connsiteX6" fmla="*/ 371025 w 552354"/>
                <a:gd name="connsiteY6" fmla="*/ 543725 h 66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2354" h="660644">
                  <a:moveTo>
                    <a:pt x="371025" y="543764"/>
                  </a:moveTo>
                  <a:cubicBezTo>
                    <a:pt x="371025" y="543764"/>
                    <a:pt x="331161" y="660141"/>
                    <a:pt x="201278" y="660644"/>
                  </a:cubicBezTo>
                  <a:cubicBezTo>
                    <a:pt x="71394" y="661147"/>
                    <a:pt x="11599" y="510828"/>
                    <a:pt x="1304" y="335740"/>
                  </a:cubicBezTo>
                  <a:cubicBezTo>
                    <a:pt x="-8990" y="160652"/>
                    <a:pt x="37336" y="0"/>
                    <a:pt x="296872" y="0"/>
                  </a:cubicBezTo>
                  <a:cubicBezTo>
                    <a:pt x="556408" y="0"/>
                    <a:pt x="556059" y="237785"/>
                    <a:pt x="551260" y="315576"/>
                  </a:cubicBezTo>
                  <a:cubicBezTo>
                    <a:pt x="546461" y="393406"/>
                    <a:pt x="528929" y="509396"/>
                    <a:pt x="469908" y="534978"/>
                  </a:cubicBezTo>
                  <a:cubicBezTo>
                    <a:pt x="410888" y="560560"/>
                    <a:pt x="371025" y="543725"/>
                    <a:pt x="371025" y="543725"/>
                  </a:cubicBezTo>
                  <a:close/>
                </a:path>
              </a:pathLst>
            </a:custGeom>
            <a:gradFill>
              <a:gsLst>
                <a:gs pos="0">
                  <a:srgbClr val="F9944F"/>
                </a:gs>
                <a:gs pos="50000">
                  <a:srgbClr val="EF7C3E"/>
                </a:gs>
                <a:gs pos="100000">
                  <a:srgbClr val="E5652D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D5C6B68C-96A4-6CD5-F4A8-83C4B1BA3E0F}"/>
                </a:ext>
              </a:extLst>
            </p:cNvPr>
            <p:cNvSpPr/>
            <p:nvPr/>
          </p:nvSpPr>
          <p:spPr>
            <a:xfrm>
              <a:off x="10915563" y="691017"/>
              <a:ext cx="193413" cy="390481"/>
            </a:xfrm>
            <a:custGeom>
              <a:avLst/>
              <a:gdLst>
                <a:gd name="connsiteX0" fmla="*/ 39437 w 193413"/>
                <a:gd name="connsiteY0" fmla="*/ 21100 h 390481"/>
                <a:gd name="connsiteX1" fmla="*/ 91066 w 193413"/>
                <a:gd name="connsiteY1" fmla="*/ 385325 h 390481"/>
                <a:gd name="connsiteX2" fmla="*/ 188362 w 193413"/>
                <a:gd name="connsiteY2" fmla="*/ 147849 h 390481"/>
                <a:gd name="connsiteX3" fmla="*/ 39437 w 193413"/>
                <a:gd name="connsiteY3" fmla="*/ 21100 h 39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413" h="390481">
                  <a:moveTo>
                    <a:pt x="39437" y="21100"/>
                  </a:moveTo>
                  <a:cubicBezTo>
                    <a:pt x="-32394" y="67310"/>
                    <a:pt x="-735" y="353396"/>
                    <a:pt x="91066" y="385325"/>
                  </a:cubicBezTo>
                  <a:cubicBezTo>
                    <a:pt x="182828" y="417254"/>
                    <a:pt x="204927" y="296388"/>
                    <a:pt x="188362" y="147849"/>
                  </a:cubicBezTo>
                  <a:cubicBezTo>
                    <a:pt x="171798" y="-689"/>
                    <a:pt x="111268" y="-25149"/>
                    <a:pt x="39437" y="21100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D3798ED-3F9D-6ADA-5BD2-B08207DE90DA}"/>
              </a:ext>
            </a:extLst>
          </p:cNvPr>
          <p:cNvGrpSpPr/>
          <p:nvPr/>
        </p:nvGrpSpPr>
        <p:grpSpPr>
          <a:xfrm>
            <a:off x="4494001" y="5131279"/>
            <a:ext cx="1254774" cy="946685"/>
            <a:chOff x="4494001" y="5131279"/>
            <a:chExt cx="1254774" cy="946685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6BC24C8-717B-66D1-98B2-0A5F4FAC9E33}"/>
                </a:ext>
              </a:extLst>
            </p:cNvPr>
            <p:cNvSpPr/>
            <p:nvPr/>
          </p:nvSpPr>
          <p:spPr>
            <a:xfrm>
              <a:off x="4494001" y="5573293"/>
              <a:ext cx="1254608" cy="504671"/>
            </a:xfrm>
            <a:custGeom>
              <a:avLst/>
              <a:gdLst>
                <a:gd name="connsiteX0" fmla="*/ 2056 w 1254608"/>
                <a:gd name="connsiteY0" fmla="*/ 14892 h 504671"/>
                <a:gd name="connsiteX1" fmla="*/ 130354 w 1254608"/>
                <a:gd name="connsiteY1" fmla="*/ 414800 h 504671"/>
                <a:gd name="connsiteX2" fmla="*/ 269178 w 1254608"/>
                <a:gd name="connsiteY2" fmla="*/ 504396 h 504671"/>
                <a:gd name="connsiteX3" fmla="*/ 683638 w 1254608"/>
                <a:gd name="connsiteY3" fmla="*/ 447852 h 504671"/>
                <a:gd name="connsiteX4" fmla="*/ 991358 w 1254608"/>
                <a:gd name="connsiteY4" fmla="*/ 471344 h 504671"/>
                <a:gd name="connsiteX5" fmla="*/ 1128324 w 1254608"/>
                <a:gd name="connsiteY5" fmla="*/ 370332 h 504671"/>
                <a:gd name="connsiteX6" fmla="*/ 1254609 w 1254608"/>
                <a:gd name="connsiteY6" fmla="*/ 51466 h 504671"/>
                <a:gd name="connsiteX7" fmla="*/ 2095 w 1254608"/>
                <a:gd name="connsiteY7" fmla="*/ 14892 h 504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54608" h="504671">
                  <a:moveTo>
                    <a:pt x="2056" y="14892"/>
                  </a:moveTo>
                  <a:cubicBezTo>
                    <a:pt x="-16869" y="270790"/>
                    <a:pt x="100282" y="371996"/>
                    <a:pt x="130354" y="414800"/>
                  </a:cubicBezTo>
                  <a:cubicBezTo>
                    <a:pt x="160425" y="457605"/>
                    <a:pt x="184537" y="499519"/>
                    <a:pt x="269178" y="504396"/>
                  </a:cubicBezTo>
                  <a:cubicBezTo>
                    <a:pt x="353780" y="509272"/>
                    <a:pt x="683638" y="447852"/>
                    <a:pt x="683638" y="447852"/>
                  </a:cubicBezTo>
                  <a:cubicBezTo>
                    <a:pt x="683638" y="447852"/>
                    <a:pt x="908884" y="470609"/>
                    <a:pt x="991358" y="471344"/>
                  </a:cubicBezTo>
                  <a:cubicBezTo>
                    <a:pt x="1073832" y="472080"/>
                    <a:pt x="1099878" y="414258"/>
                    <a:pt x="1128324" y="370332"/>
                  </a:cubicBezTo>
                  <a:cubicBezTo>
                    <a:pt x="1156731" y="326405"/>
                    <a:pt x="1245398" y="221213"/>
                    <a:pt x="1254609" y="51466"/>
                  </a:cubicBezTo>
                  <a:cubicBezTo>
                    <a:pt x="1247140" y="-36426"/>
                    <a:pt x="2095" y="14892"/>
                    <a:pt x="2095" y="14892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102224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F6E37CC9-0C44-6BF0-9887-1922D6884B2A}"/>
                </a:ext>
              </a:extLst>
            </p:cNvPr>
            <p:cNvSpPr/>
            <p:nvPr/>
          </p:nvSpPr>
          <p:spPr>
            <a:xfrm>
              <a:off x="4643938" y="5850315"/>
              <a:ext cx="317588" cy="121607"/>
            </a:xfrm>
            <a:custGeom>
              <a:avLst/>
              <a:gdLst>
                <a:gd name="connsiteX0" fmla="*/ 181473 w 317588"/>
                <a:gd name="connsiteY0" fmla="*/ 77 h 121607"/>
                <a:gd name="connsiteX1" fmla="*/ 131974 w 317588"/>
                <a:gd name="connsiteY1" fmla="*/ 4876 h 121607"/>
                <a:gd name="connsiteX2" fmla="*/ 68851 w 317588"/>
                <a:gd name="connsiteY2" fmla="*/ 2400 h 121607"/>
                <a:gd name="connsiteX3" fmla="*/ 63393 w 317588"/>
                <a:gd name="connsiteY3" fmla="*/ 21828 h 121607"/>
                <a:gd name="connsiteX4" fmla="*/ 17996 w 317588"/>
                <a:gd name="connsiteY4" fmla="*/ 13468 h 121607"/>
                <a:gd name="connsiteX5" fmla="*/ 10411 w 317588"/>
                <a:gd name="connsiteY5" fmla="*/ 30845 h 121607"/>
                <a:gd name="connsiteX6" fmla="*/ 0 w 317588"/>
                <a:gd name="connsiteY6" fmla="*/ 45475 h 121607"/>
                <a:gd name="connsiteX7" fmla="*/ 40908 w 317588"/>
                <a:gd name="connsiteY7" fmla="*/ 75043 h 121607"/>
                <a:gd name="connsiteX8" fmla="*/ 47564 w 317588"/>
                <a:gd name="connsiteY8" fmla="*/ 93930 h 121607"/>
                <a:gd name="connsiteX9" fmla="*/ 113668 w 317588"/>
                <a:gd name="connsiteY9" fmla="*/ 121602 h 121607"/>
                <a:gd name="connsiteX10" fmla="*/ 238327 w 317588"/>
                <a:gd name="connsiteY10" fmla="*/ 80191 h 121607"/>
                <a:gd name="connsiteX11" fmla="*/ 317589 w 317588"/>
                <a:gd name="connsiteY11" fmla="*/ 60530 h 121607"/>
                <a:gd name="connsiteX12" fmla="*/ 229000 w 317588"/>
                <a:gd name="connsiteY12" fmla="*/ 26936 h 121607"/>
                <a:gd name="connsiteX13" fmla="*/ 181473 w 317588"/>
                <a:gd name="connsiteY13" fmla="*/ 0 h 1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7588" h="121607">
                  <a:moveTo>
                    <a:pt x="181473" y="77"/>
                  </a:moveTo>
                  <a:cubicBezTo>
                    <a:pt x="181473" y="77"/>
                    <a:pt x="161581" y="6425"/>
                    <a:pt x="131974" y="4876"/>
                  </a:cubicBezTo>
                  <a:cubicBezTo>
                    <a:pt x="102367" y="3328"/>
                    <a:pt x="86421" y="-1548"/>
                    <a:pt x="68851" y="2400"/>
                  </a:cubicBezTo>
                  <a:cubicBezTo>
                    <a:pt x="51280" y="6347"/>
                    <a:pt x="63393" y="21828"/>
                    <a:pt x="63393" y="21828"/>
                  </a:cubicBezTo>
                  <a:cubicBezTo>
                    <a:pt x="63393" y="21828"/>
                    <a:pt x="34561" y="12810"/>
                    <a:pt x="17996" y="13468"/>
                  </a:cubicBezTo>
                  <a:cubicBezTo>
                    <a:pt x="1432" y="14126"/>
                    <a:pt x="10411" y="30845"/>
                    <a:pt x="10411" y="30845"/>
                  </a:cubicBezTo>
                  <a:cubicBezTo>
                    <a:pt x="10411" y="30845"/>
                    <a:pt x="0" y="32239"/>
                    <a:pt x="0" y="45475"/>
                  </a:cubicBezTo>
                  <a:cubicBezTo>
                    <a:pt x="0" y="58711"/>
                    <a:pt x="40908" y="75043"/>
                    <a:pt x="40908" y="75043"/>
                  </a:cubicBezTo>
                  <a:cubicBezTo>
                    <a:pt x="40908" y="75043"/>
                    <a:pt x="38625" y="86151"/>
                    <a:pt x="47564" y="93930"/>
                  </a:cubicBezTo>
                  <a:cubicBezTo>
                    <a:pt x="56544" y="101709"/>
                    <a:pt x="100006" y="121989"/>
                    <a:pt x="113668" y="121602"/>
                  </a:cubicBezTo>
                  <a:cubicBezTo>
                    <a:pt x="127291" y="121215"/>
                    <a:pt x="218047" y="87583"/>
                    <a:pt x="238327" y="80191"/>
                  </a:cubicBezTo>
                  <a:cubicBezTo>
                    <a:pt x="258607" y="72798"/>
                    <a:pt x="317589" y="60530"/>
                    <a:pt x="317589" y="60530"/>
                  </a:cubicBezTo>
                  <a:cubicBezTo>
                    <a:pt x="317589" y="60530"/>
                    <a:pt x="258529" y="40637"/>
                    <a:pt x="229000" y="26936"/>
                  </a:cubicBezTo>
                  <a:cubicBezTo>
                    <a:pt x="199470" y="13236"/>
                    <a:pt x="181473" y="0"/>
                    <a:pt x="181473" y="0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63777-A655-AB64-86D6-0AC9683EBA38}"/>
                </a:ext>
              </a:extLst>
            </p:cNvPr>
            <p:cNvSpPr/>
            <p:nvPr/>
          </p:nvSpPr>
          <p:spPr>
            <a:xfrm>
              <a:off x="5318243" y="5836150"/>
              <a:ext cx="189446" cy="127639"/>
            </a:xfrm>
            <a:custGeom>
              <a:avLst/>
              <a:gdLst>
                <a:gd name="connsiteX0" fmla="*/ 4025 w 189446"/>
                <a:gd name="connsiteY0" fmla="*/ 54996 h 127639"/>
                <a:gd name="connsiteX1" fmla="*/ 83325 w 189446"/>
                <a:gd name="connsiteY1" fmla="*/ 35142 h 127639"/>
                <a:gd name="connsiteX2" fmla="*/ 189446 w 189446"/>
                <a:gd name="connsiteY2" fmla="*/ 0 h 127639"/>
                <a:gd name="connsiteX3" fmla="*/ 186234 w 189446"/>
                <a:gd name="connsiteY3" fmla="*/ 47720 h 127639"/>
                <a:gd name="connsiteX4" fmla="*/ 132051 w 189446"/>
                <a:gd name="connsiteY4" fmla="*/ 97413 h 127639"/>
                <a:gd name="connsiteX5" fmla="*/ 0 w 189446"/>
                <a:gd name="connsiteY5" fmla="*/ 127639 h 127639"/>
                <a:gd name="connsiteX6" fmla="*/ 4025 w 189446"/>
                <a:gd name="connsiteY6" fmla="*/ 54996 h 127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9446" h="127639">
                  <a:moveTo>
                    <a:pt x="4025" y="54996"/>
                  </a:moveTo>
                  <a:cubicBezTo>
                    <a:pt x="4025" y="54996"/>
                    <a:pt x="33477" y="50313"/>
                    <a:pt x="83325" y="35142"/>
                  </a:cubicBezTo>
                  <a:cubicBezTo>
                    <a:pt x="133173" y="19970"/>
                    <a:pt x="189446" y="0"/>
                    <a:pt x="189446" y="0"/>
                  </a:cubicBezTo>
                  <a:lnTo>
                    <a:pt x="186234" y="47720"/>
                  </a:lnTo>
                  <a:cubicBezTo>
                    <a:pt x="186234" y="47720"/>
                    <a:pt x="163903" y="78952"/>
                    <a:pt x="132051" y="97413"/>
                  </a:cubicBezTo>
                  <a:cubicBezTo>
                    <a:pt x="100200" y="115874"/>
                    <a:pt x="0" y="127639"/>
                    <a:pt x="0" y="127639"/>
                  </a:cubicBezTo>
                  <a:lnTo>
                    <a:pt x="4025" y="54996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6DE078F9-1039-14E7-AA65-BF0890F33A04}"/>
                </a:ext>
              </a:extLst>
            </p:cNvPr>
            <p:cNvSpPr/>
            <p:nvPr/>
          </p:nvSpPr>
          <p:spPr>
            <a:xfrm>
              <a:off x="4496057" y="5291070"/>
              <a:ext cx="1252718" cy="577257"/>
            </a:xfrm>
            <a:custGeom>
              <a:avLst/>
              <a:gdLst>
                <a:gd name="connsiteX0" fmla="*/ 1252514 w 1252718"/>
                <a:gd name="connsiteY0" fmla="*/ 333728 h 577257"/>
                <a:gd name="connsiteX1" fmla="*/ 622406 w 1252718"/>
                <a:gd name="connsiteY1" fmla="*/ 0 h 577257"/>
                <a:gd name="connsiteX2" fmla="*/ 0 w 1252718"/>
                <a:gd name="connsiteY2" fmla="*/ 308262 h 577257"/>
                <a:gd name="connsiteX3" fmla="*/ 166109 w 1252718"/>
                <a:gd name="connsiteY3" fmla="*/ 416976 h 577257"/>
                <a:gd name="connsiteX4" fmla="*/ 411635 w 1252718"/>
                <a:gd name="connsiteY4" fmla="*/ 576699 h 577257"/>
                <a:gd name="connsiteX5" fmla="*/ 634559 w 1252718"/>
                <a:gd name="connsiteY5" fmla="*/ 528708 h 577257"/>
                <a:gd name="connsiteX6" fmla="*/ 884651 w 1252718"/>
                <a:gd name="connsiteY6" fmla="*/ 573371 h 577257"/>
                <a:gd name="connsiteX7" fmla="*/ 1069647 w 1252718"/>
                <a:gd name="connsiteY7" fmla="*/ 419801 h 577257"/>
                <a:gd name="connsiteX8" fmla="*/ 1252514 w 1252718"/>
                <a:gd name="connsiteY8" fmla="*/ 333766 h 577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2718" h="577257">
                  <a:moveTo>
                    <a:pt x="1252514" y="333728"/>
                  </a:moveTo>
                  <a:cubicBezTo>
                    <a:pt x="1261725" y="238443"/>
                    <a:pt x="959385" y="0"/>
                    <a:pt x="622406" y="0"/>
                  </a:cubicBezTo>
                  <a:cubicBezTo>
                    <a:pt x="285427" y="0"/>
                    <a:pt x="0" y="195716"/>
                    <a:pt x="0" y="308262"/>
                  </a:cubicBezTo>
                  <a:cubicBezTo>
                    <a:pt x="0" y="420807"/>
                    <a:pt x="82436" y="381409"/>
                    <a:pt x="166109" y="416976"/>
                  </a:cubicBezTo>
                  <a:cubicBezTo>
                    <a:pt x="249783" y="452543"/>
                    <a:pt x="294716" y="573796"/>
                    <a:pt x="411635" y="576699"/>
                  </a:cubicBezTo>
                  <a:cubicBezTo>
                    <a:pt x="528554" y="579602"/>
                    <a:pt x="571358" y="533817"/>
                    <a:pt x="634559" y="528708"/>
                  </a:cubicBezTo>
                  <a:cubicBezTo>
                    <a:pt x="697759" y="523600"/>
                    <a:pt x="791689" y="594308"/>
                    <a:pt x="884651" y="573371"/>
                  </a:cubicBezTo>
                  <a:cubicBezTo>
                    <a:pt x="977613" y="552433"/>
                    <a:pt x="1038801" y="447395"/>
                    <a:pt x="1069647" y="419801"/>
                  </a:cubicBezTo>
                  <a:cubicBezTo>
                    <a:pt x="1100492" y="392206"/>
                    <a:pt x="1243303" y="429051"/>
                    <a:pt x="1252514" y="333766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102224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4A9358CF-D026-F0D7-F34A-411EDF8C3BA0}"/>
                </a:ext>
              </a:extLst>
            </p:cNvPr>
            <p:cNvSpPr/>
            <p:nvPr/>
          </p:nvSpPr>
          <p:spPr>
            <a:xfrm>
              <a:off x="4619143" y="5396727"/>
              <a:ext cx="987431" cy="315130"/>
            </a:xfrm>
            <a:custGeom>
              <a:avLst/>
              <a:gdLst>
                <a:gd name="connsiteX0" fmla="*/ 451 w 987431"/>
                <a:gd name="connsiteY0" fmla="*/ 236934 h 315130"/>
                <a:gd name="connsiteX1" fmla="*/ 473661 w 987431"/>
                <a:gd name="connsiteY1" fmla="*/ 0 h 315130"/>
                <a:gd name="connsiteX2" fmla="*/ 987431 w 987431"/>
                <a:gd name="connsiteY2" fmla="*/ 206940 h 315130"/>
                <a:gd name="connsiteX3" fmla="*/ 494250 w 987431"/>
                <a:gd name="connsiteY3" fmla="*/ 307371 h 315130"/>
                <a:gd name="connsiteX4" fmla="*/ 451 w 987431"/>
                <a:gd name="connsiteY4" fmla="*/ 236895 h 31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7431" h="315130">
                  <a:moveTo>
                    <a:pt x="451" y="236934"/>
                  </a:moveTo>
                  <a:cubicBezTo>
                    <a:pt x="-11392" y="124195"/>
                    <a:pt x="211455" y="0"/>
                    <a:pt x="473661" y="0"/>
                  </a:cubicBezTo>
                  <a:cubicBezTo>
                    <a:pt x="735867" y="0"/>
                    <a:pt x="986889" y="79958"/>
                    <a:pt x="987431" y="206940"/>
                  </a:cubicBezTo>
                  <a:cubicBezTo>
                    <a:pt x="987973" y="333921"/>
                    <a:pt x="640931" y="307371"/>
                    <a:pt x="494250" y="307371"/>
                  </a:cubicBezTo>
                  <a:cubicBezTo>
                    <a:pt x="347570" y="307371"/>
                    <a:pt x="12333" y="349634"/>
                    <a:pt x="451" y="236895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C596400-893F-EE72-EDA7-0ABA767844C5}"/>
                </a:ext>
              </a:extLst>
            </p:cNvPr>
            <p:cNvSpPr/>
            <p:nvPr/>
          </p:nvSpPr>
          <p:spPr>
            <a:xfrm>
              <a:off x="4841645" y="5131279"/>
              <a:ext cx="558839" cy="768676"/>
            </a:xfrm>
            <a:custGeom>
              <a:avLst/>
              <a:gdLst>
                <a:gd name="connsiteX0" fmla="*/ 386655 w 558839"/>
                <a:gd name="connsiteY0" fmla="*/ 138737 h 768676"/>
                <a:gd name="connsiteX1" fmla="*/ 397027 w 558839"/>
                <a:gd name="connsiteY1" fmla="*/ 73718 h 768676"/>
                <a:gd name="connsiteX2" fmla="*/ 188307 w 558839"/>
                <a:gd name="connsiteY2" fmla="*/ 17019 h 768676"/>
                <a:gd name="connsiteX3" fmla="*/ 175883 w 558839"/>
                <a:gd name="connsiteY3" fmla="*/ 139356 h 768676"/>
                <a:gd name="connsiteX4" fmla="*/ 2924 w 558839"/>
                <a:gd name="connsiteY4" fmla="*/ 480824 h 768676"/>
                <a:gd name="connsiteX5" fmla="*/ 204639 w 558839"/>
                <a:gd name="connsiteY5" fmla="*/ 720467 h 768676"/>
                <a:gd name="connsiteX6" fmla="*/ 438244 w 558839"/>
                <a:gd name="connsiteY6" fmla="*/ 735058 h 768676"/>
                <a:gd name="connsiteX7" fmla="*/ 558027 w 558839"/>
                <a:gd name="connsiteY7" fmla="*/ 429041 h 768676"/>
                <a:gd name="connsiteX8" fmla="*/ 386655 w 558839"/>
                <a:gd name="connsiteY8" fmla="*/ 138737 h 768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39" h="768676">
                  <a:moveTo>
                    <a:pt x="386655" y="138737"/>
                  </a:moveTo>
                  <a:cubicBezTo>
                    <a:pt x="392344" y="124534"/>
                    <a:pt x="417500" y="115593"/>
                    <a:pt x="397027" y="73718"/>
                  </a:cubicBezTo>
                  <a:cubicBezTo>
                    <a:pt x="376553" y="31842"/>
                    <a:pt x="251468" y="-30352"/>
                    <a:pt x="188307" y="17019"/>
                  </a:cubicBezTo>
                  <a:cubicBezTo>
                    <a:pt x="125145" y="64391"/>
                    <a:pt x="172865" y="122212"/>
                    <a:pt x="175883" y="139356"/>
                  </a:cubicBezTo>
                  <a:cubicBezTo>
                    <a:pt x="33692" y="205266"/>
                    <a:pt x="-12828" y="383257"/>
                    <a:pt x="2924" y="480824"/>
                  </a:cubicBezTo>
                  <a:cubicBezTo>
                    <a:pt x="20224" y="588184"/>
                    <a:pt x="33692" y="729911"/>
                    <a:pt x="204639" y="720467"/>
                  </a:cubicBezTo>
                  <a:cubicBezTo>
                    <a:pt x="287965" y="790054"/>
                    <a:pt x="373844" y="774573"/>
                    <a:pt x="438244" y="735058"/>
                  </a:cubicBezTo>
                  <a:cubicBezTo>
                    <a:pt x="502645" y="695544"/>
                    <a:pt x="543901" y="615663"/>
                    <a:pt x="558027" y="429041"/>
                  </a:cubicBezTo>
                  <a:cubicBezTo>
                    <a:pt x="567587" y="302911"/>
                    <a:pt x="491730" y="186728"/>
                    <a:pt x="386655" y="138737"/>
                  </a:cubicBezTo>
                  <a:close/>
                </a:path>
              </a:pathLst>
            </a:custGeom>
            <a:solidFill>
              <a:srgbClr val="2D1917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48D67F01-48C1-2C64-6C51-441E6F3C6158}"/>
                </a:ext>
              </a:extLst>
            </p:cNvPr>
            <p:cNvSpPr/>
            <p:nvPr/>
          </p:nvSpPr>
          <p:spPr>
            <a:xfrm>
              <a:off x="4902706" y="5385726"/>
              <a:ext cx="209322" cy="375502"/>
            </a:xfrm>
            <a:custGeom>
              <a:avLst/>
              <a:gdLst>
                <a:gd name="connsiteX0" fmla="*/ 105457 w 209322"/>
                <a:gd name="connsiteY0" fmla="*/ 4499 h 375502"/>
                <a:gd name="connsiteX1" fmla="*/ 65439 w 209322"/>
                <a:gd name="connsiteY1" fmla="*/ 354326 h 375502"/>
                <a:gd name="connsiteX2" fmla="*/ 207089 w 209322"/>
                <a:gd name="connsiteY2" fmla="*/ 171575 h 375502"/>
                <a:gd name="connsiteX3" fmla="*/ 105457 w 209322"/>
                <a:gd name="connsiteY3" fmla="*/ 4499 h 375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322" h="375502">
                  <a:moveTo>
                    <a:pt x="105457" y="4499"/>
                  </a:moveTo>
                  <a:cubicBezTo>
                    <a:pt x="22751" y="25862"/>
                    <a:pt x="-62626" y="283192"/>
                    <a:pt x="65439" y="354326"/>
                  </a:cubicBezTo>
                  <a:cubicBezTo>
                    <a:pt x="193504" y="425461"/>
                    <a:pt x="217732" y="305446"/>
                    <a:pt x="207089" y="171575"/>
                  </a:cubicBezTo>
                  <a:cubicBezTo>
                    <a:pt x="196407" y="37705"/>
                    <a:pt x="188202" y="-16865"/>
                    <a:pt x="105457" y="4499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9BC4E56-2A61-9CDD-6505-55F0512D5604}"/>
              </a:ext>
            </a:extLst>
          </p:cNvPr>
          <p:cNvGrpSpPr/>
          <p:nvPr/>
        </p:nvGrpSpPr>
        <p:grpSpPr>
          <a:xfrm>
            <a:off x="8297175" y="2379870"/>
            <a:ext cx="1390664" cy="1932696"/>
            <a:chOff x="8297175" y="2379870"/>
            <a:chExt cx="1390664" cy="1932696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0A3E2AA3-CB91-E3F2-E5BE-35539E95DB80}"/>
                </a:ext>
              </a:extLst>
            </p:cNvPr>
            <p:cNvSpPr/>
            <p:nvPr/>
          </p:nvSpPr>
          <p:spPr>
            <a:xfrm>
              <a:off x="8709811" y="2379870"/>
              <a:ext cx="162637" cy="360798"/>
            </a:xfrm>
            <a:custGeom>
              <a:avLst/>
              <a:gdLst>
                <a:gd name="connsiteX0" fmla="*/ 155629 w 162637"/>
                <a:gd name="connsiteY0" fmla="*/ 304851 h 360798"/>
                <a:gd name="connsiteX1" fmla="*/ 153229 w 162637"/>
                <a:gd name="connsiteY1" fmla="*/ 106696 h 360798"/>
                <a:gd name="connsiteX2" fmla="*/ 132485 w 162637"/>
                <a:gd name="connsiteY2" fmla="*/ 29370 h 360798"/>
                <a:gd name="connsiteX3" fmla="*/ 32207 w 162637"/>
                <a:gd name="connsiteY3" fmla="*/ 18765 h 360798"/>
                <a:gd name="connsiteX4" fmla="*/ 3955 w 162637"/>
                <a:gd name="connsiteY4" fmla="*/ 113662 h 360798"/>
                <a:gd name="connsiteX5" fmla="*/ 394 w 162637"/>
                <a:gd name="connsiteY5" fmla="*/ 235961 h 360798"/>
                <a:gd name="connsiteX6" fmla="*/ 24854 w 162637"/>
                <a:gd name="connsiteY6" fmla="*/ 347578 h 360798"/>
                <a:gd name="connsiteX7" fmla="*/ 155590 w 162637"/>
                <a:gd name="connsiteY7" fmla="*/ 304889 h 360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2637" h="360798">
                  <a:moveTo>
                    <a:pt x="155629" y="304851"/>
                  </a:moveTo>
                  <a:cubicBezTo>
                    <a:pt x="168981" y="243934"/>
                    <a:pt x="160428" y="179650"/>
                    <a:pt x="153229" y="106696"/>
                  </a:cubicBezTo>
                  <a:cubicBezTo>
                    <a:pt x="150481" y="78676"/>
                    <a:pt x="148120" y="59828"/>
                    <a:pt x="132485" y="29370"/>
                  </a:cubicBezTo>
                  <a:cubicBezTo>
                    <a:pt x="116849" y="-1089"/>
                    <a:pt x="53687" y="-12970"/>
                    <a:pt x="32207" y="18765"/>
                  </a:cubicBezTo>
                  <a:cubicBezTo>
                    <a:pt x="10766" y="50501"/>
                    <a:pt x="8251" y="80340"/>
                    <a:pt x="3955" y="113662"/>
                  </a:cubicBezTo>
                  <a:cubicBezTo>
                    <a:pt x="-302" y="146985"/>
                    <a:pt x="-418" y="216262"/>
                    <a:pt x="394" y="235961"/>
                  </a:cubicBezTo>
                  <a:cubicBezTo>
                    <a:pt x="1013" y="250552"/>
                    <a:pt x="3491" y="338251"/>
                    <a:pt x="24854" y="347578"/>
                  </a:cubicBezTo>
                  <a:cubicBezTo>
                    <a:pt x="80160" y="371689"/>
                    <a:pt x="142238" y="365806"/>
                    <a:pt x="155590" y="304889"/>
                  </a:cubicBez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9C1EDBD5-CFC6-E346-F3D9-E7A027713F7E}"/>
                </a:ext>
              </a:extLst>
            </p:cNvPr>
            <p:cNvSpPr/>
            <p:nvPr/>
          </p:nvSpPr>
          <p:spPr>
            <a:xfrm>
              <a:off x="8660542" y="2454211"/>
              <a:ext cx="263499" cy="614169"/>
            </a:xfrm>
            <a:custGeom>
              <a:avLst/>
              <a:gdLst>
                <a:gd name="connsiteX0" fmla="*/ 258693 w 263499"/>
                <a:gd name="connsiteY0" fmla="*/ 534243 h 614169"/>
                <a:gd name="connsiteX1" fmla="*/ 212289 w 263499"/>
                <a:gd name="connsiteY1" fmla="*/ 203457 h 614169"/>
                <a:gd name="connsiteX2" fmla="*/ 185352 w 263499"/>
                <a:gd name="connsiteY2" fmla="*/ 69973 h 614169"/>
                <a:gd name="connsiteX3" fmla="*/ 135504 w 263499"/>
                <a:gd name="connsiteY3" fmla="*/ 0 h 614169"/>
                <a:gd name="connsiteX4" fmla="*/ 76406 w 263499"/>
                <a:gd name="connsiteY4" fmla="*/ 90872 h 614169"/>
                <a:gd name="connsiteX5" fmla="*/ 53069 w 263499"/>
                <a:gd name="connsiteY5" fmla="*/ 222343 h 614169"/>
                <a:gd name="connsiteX6" fmla="*/ 5543 w 263499"/>
                <a:gd name="connsiteY6" fmla="*/ 532463 h 614169"/>
                <a:gd name="connsiteX7" fmla="*/ 258731 w 263499"/>
                <a:gd name="connsiteY7" fmla="*/ 534243 h 614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499" h="614169">
                  <a:moveTo>
                    <a:pt x="258693" y="534243"/>
                  </a:moveTo>
                  <a:cubicBezTo>
                    <a:pt x="278547" y="423787"/>
                    <a:pt x="231717" y="270101"/>
                    <a:pt x="212289" y="203457"/>
                  </a:cubicBezTo>
                  <a:cubicBezTo>
                    <a:pt x="192860" y="136812"/>
                    <a:pt x="196267" y="116106"/>
                    <a:pt x="185352" y="69973"/>
                  </a:cubicBezTo>
                  <a:cubicBezTo>
                    <a:pt x="176451" y="32355"/>
                    <a:pt x="155281" y="0"/>
                    <a:pt x="135504" y="0"/>
                  </a:cubicBezTo>
                  <a:cubicBezTo>
                    <a:pt x="91500" y="0"/>
                    <a:pt x="81747" y="42418"/>
                    <a:pt x="76406" y="90872"/>
                  </a:cubicBezTo>
                  <a:cubicBezTo>
                    <a:pt x="74858" y="105076"/>
                    <a:pt x="71065" y="175514"/>
                    <a:pt x="53069" y="222343"/>
                  </a:cubicBezTo>
                  <a:cubicBezTo>
                    <a:pt x="35072" y="269173"/>
                    <a:pt x="-16943" y="427503"/>
                    <a:pt x="5543" y="532463"/>
                  </a:cubicBezTo>
                  <a:cubicBezTo>
                    <a:pt x="28028" y="637423"/>
                    <a:pt x="238878" y="644699"/>
                    <a:pt x="258731" y="534243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36385F7-73ED-06C8-10F5-DBDC18E05C66}"/>
                </a:ext>
              </a:extLst>
            </p:cNvPr>
            <p:cNvSpPr/>
            <p:nvPr/>
          </p:nvSpPr>
          <p:spPr>
            <a:xfrm>
              <a:off x="8618598" y="2762284"/>
              <a:ext cx="474061" cy="127480"/>
            </a:xfrm>
            <a:custGeom>
              <a:avLst/>
              <a:gdLst>
                <a:gd name="connsiteX0" fmla="*/ 39 w 474061"/>
                <a:gd name="connsiteY0" fmla="*/ 127441 h 127480"/>
                <a:gd name="connsiteX1" fmla="*/ 216150 w 474061"/>
                <a:gd name="connsiteY1" fmla="*/ 1157 h 127480"/>
                <a:gd name="connsiteX2" fmla="*/ 474061 w 474061"/>
                <a:gd name="connsiteY2" fmla="*/ 107007 h 127480"/>
                <a:gd name="connsiteX3" fmla="*/ 0 w 474061"/>
                <a:gd name="connsiteY3" fmla="*/ 127480 h 127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4061" h="127480">
                  <a:moveTo>
                    <a:pt x="39" y="127441"/>
                  </a:moveTo>
                  <a:cubicBezTo>
                    <a:pt x="40946" y="55417"/>
                    <a:pt x="78294" y="-9525"/>
                    <a:pt x="216150" y="1157"/>
                  </a:cubicBezTo>
                  <a:cubicBezTo>
                    <a:pt x="354007" y="11839"/>
                    <a:pt x="474061" y="107007"/>
                    <a:pt x="474061" y="107007"/>
                  </a:cubicBezTo>
                  <a:lnTo>
                    <a:pt x="0" y="127480"/>
                  </a:ln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894D8A03-44BD-A131-ABD9-1838F9FDFDA2}"/>
                </a:ext>
              </a:extLst>
            </p:cNvPr>
            <p:cNvSpPr/>
            <p:nvPr/>
          </p:nvSpPr>
          <p:spPr>
            <a:xfrm>
              <a:off x="8297175" y="2922397"/>
              <a:ext cx="337097" cy="1144623"/>
            </a:xfrm>
            <a:custGeom>
              <a:avLst/>
              <a:gdLst>
                <a:gd name="connsiteX0" fmla="*/ 161118 w 337097"/>
                <a:gd name="connsiteY0" fmla="*/ 16635 h 1144623"/>
                <a:gd name="connsiteX1" fmla="*/ 49812 w 337097"/>
                <a:gd name="connsiteY1" fmla="*/ 413253 h 1144623"/>
                <a:gd name="connsiteX2" fmla="*/ 48070 w 337097"/>
                <a:gd name="connsiteY2" fmla="*/ 779103 h 1144623"/>
                <a:gd name="connsiteX3" fmla="*/ 1511 w 337097"/>
                <a:gd name="connsiteY3" fmla="*/ 995641 h 1144623"/>
                <a:gd name="connsiteX4" fmla="*/ 73536 w 337097"/>
                <a:gd name="connsiteY4" fmla="*/ 1114805 h 1144623"/>
                <a:gd name="connsiteX5" fmla="*/ 148192 w 337097"/>
                <a:gd name="connsiteY5" fmla="*/ 1140890 h 1144623"/>
                <a:gd name="connsiteX6" fmla="*/ 129693 w 337097"/>
                <a:gd name="connsiteY6" fmla="*/ 1060467 h 1144623"/>
                <a:gd name="connsiteX7" fmla="*/ 150708 w 337097"/>
                <a:gd name="connsiteY7" fmla="*/ 1013909 h 1144623"/>
                <a:gd name="connsiteX8" fmla="*/ 161932 w 337097"/>
                <a:gd name="connsiteY8" fmla="*/ 1087055 h 1144623"/>
                <a:gd name="connsiteX9" fmla="*/ 203614 w 337097"/>
                <a:gd name="connsiteY9" fmla="*/ 957365 h 1144623"/>
                <a:gd name="connsiteX10" fmla="*/ 153765 w 337097"/>
                <a:gd name="connsiteY10" fmla="*/ 839401 h 1144623"/>
                <a:gd name="connsiteX11" fmla="*/ 241193 w 337097"/>
                <a:gd name="connsiteY11" fmla="*/ 473628 h 1144623"/>
                <a:gd name="connsiteX12" fmla="*/ 337097 w 337097"/>
                <a:gd name="connsiteY12" fmla="*/ 259219 h 1144623"/>
                <a:gd name="connsiteX13" fmla="*/ 161080 w 337097"/>
                <a:gd name="connsiteY13" fmla="*/ 16673 h 114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7097" h="1144623">
                  <a:moveTo>
                    <a:pt x="161118" y="16635"/>
                  </a:moveTo>
                  <a:cubicBezTo>
                    <a:pt x="78800" y="110990"/>
                    <a:pt x="63589" y="320175"/>
                    <a:pt x="49812" y="413253"/>
                  </a:cubicBezTo>
                  <a:cubicBezTo>
                    <a:pt x="36034" y="506370"/>
                    <a:pt x="50972" y="729139"/>
                    <a:pt x="48070" y="779103"/>
                  </a:cubicBezTo>
                  <a:cubicBezTo>
                    <a:pt x="45167" y="829106"/>
                    <a:pt x="-9712" y="958952"/>
                    <a:pt x="1511" y="995641"/>
                  </a:cubicBezTo>
                  <a:cubicBezTo>
                    <a:pt x="12735" y="1032369"/>
                    <a:pt x="48921" y="1100756"/>
                    <a:pt x="73536" y="1114805"/>
                  </a:cubicBezTo>
                  <a:cubicBezTo>
                    <a:pt x="98151" y="1128854"/>
                    <a:pt x="139213" y="1154165"/>
                    <a:pt x="148192" y="1140890"/>
                  </a:cubicBezTo>
                  <a:cubicBezTo>
                    <a:pt x="157210" y="1127654"/>
                    <a:pt x="125204" y="1098240"/>
                    <a:pt x="129693" y="1060467"/>
                  </a:cubicBezTo>
                  <a:cubicBezTo>
                    <a:pt x="134143" y="1022694"/>
                    <a:pt x="138246" y="1012089"/>
                    <a:pt x="150708" y="1013909"/>
                  </a:cubicBezTo>
                  <a:cubicBezTo>
                    <a:pt x="163208" y="1015727"/>
                    <a:pt x="142503" y="1083185"/>
                    <a:pt x="161932" y="1087055"/>
                  </a:cubicBezTo>
                  <a:cubicBezTo>
                    <a:pt x="181360" y="1090926"/>
                    <a:pt x="209651" y="992235"/>
                    <a:pt x="203614" y="957365"/>
                  </a:cubicBezTo>
                  <a:cubicBezTo>
                    <a:pt x="197576" y="922456"/>
                    <a:pt x="161003" y="881238"/>
                    <a:pt x="153765" y="839401"/>
                  </a:cubicBezTo>
                  <a:cubicBezTo>
                    <a:pt x="146528" y="797525"/>
                    <a:pt x="215921" y="566784"/>
                    <a:pt x="241193" y="473628"/>
                  </a:cubicBezTo>
                  <a:cubicBezTo>
                    <a:pt x="266466" y="380434"/>
                    <a:pt x="337097" y="259219"/>
                    <a:pt x="337097" y="259219"/>
                  </a:cubicBezTo>
                  <a:cubicBezTo>
                    <a:pt x="337097" y="259219"/>
                    <a:pt x="243399" y="-77682"/>
                    <a:pt x="161080" y="16673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2FFC6CCB-4136-9D95-D42B-7ED1C34C117E}"/>
                </a:ext>
              </a:extLst>
            </p:cNvPr>
            <p:cNvSpPr/>
            <p:nvPr/>
          </p:nvSpPr>
          <p:spPr>
            <a:xfrm>
              <a:off x="9114721" y="3805652"/>
              <a:ext cx="200776" cy="506914"/>
            </a:xfrm>
            <a:custGeom>
              <a:avLst/>
              <a:gdLst>
                <a:gd name="connsiteX0" fmla="*/ 89438 w 200776"/>
                <a:gd name="connsiteY0" fmla="*/ 150 h 506914"/>
                <a:gd name="connsiteX1" fmla="*/ 230 w 200776"/>
                <a:gd name="connsiteY1" fmla="*/ 203878 h 506914"/>
                <a:gd name="connsiteX2" fmla="*/ 9131 w 200776"/>
                <a:gd name="connsiteY2" fmla="*/ 325906 h 506914"/>
                <a:gd name="connsiteX3" fmla="*/ 115793 w 200776"/>
                <a:gd name="connsiteY3" fmla="*/ 506915 h 506914"/>
                <a:gd name="connsiteX4" fmla="*/ 200242 w 200776"/>
                <a:gd name="connsiteY4" fmla="*/ 303265 h 506914"/>
                <a:gd name="connsiteX5" fmla="*/ 177833 w 200776"/>
                <a:gd name="connsiteY5" fmla="*/ 91758 h 506914"/>
                <a:gd name="connsiteX6" fmla="*/ 89438 w 200776"/>
                <a:gd name="connsiteY6" fmla="*/ 189 h 50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776" h="506914">
                  <a:moveTo>
                    <a:pt x="89438" y="150"/>
                  </a:moveTo>
                  <a:cubicBezTo>
                    <a:pt x="2977" y="-5307"/>
                    <a:pt x="-1358" y="139207"/>
                    <a:pt x="230" y="203878"/>
                  </a:cubicBezTo>
                  <a:cubicBezTo>
                    <a:pt x="1855" y="268510"/>
                    <a:pt x="616" y="293976"/>
                    <a:pt x="9131" y="325906"/>
                  </a:cubicBezTo>
                  <a:cubicBezTo>
                    <a:pt x="17607" y="357835"/>
                    <a:pt x="89128" y="506915"/>
                    <a:pt x="115793" y="506915"/>
                  </a:cubicBezTo>
                  <a:cubicBezTo>
                    <a:pt x="142460" y="506915"/>
                    <a:pt x="196604" y="342044"/>
                    <a:pt x="200242" y="303265"/>
                  </a:cubicBezTo>
                  <a:cubicBezTo>
                    <a:pt x="203879" y="264485"/>
                    <a:pt x="188128" y="138394"/>
                    <a:pt x="177833" y="91758"/>
                  </a:cubicBezTo>
                  <a:cubicBezTo>
                    <a:pt x="167538" y="45083"/>
                    <a:pt x="175898" y="5646"/>
                    <a:pt x="89438" y="189"/>
                  </a:cubicBez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29B947C-A977-4491-855B-DCBA4804FBC2}"/>
                </a:ext>
              </a:extLst>
            </p:cNvPr>
            <p:cNvSpPr/>
            <p:nvPr/>
          </p:nvSpPr>
          <p:spPr>
            <a:xfrm>
              <a:off x="9097960" y="3416770"/>
              <a:ext cx="285504" cy="724424"/>
            </a:xfrm>
            <a:custGeom>
              <a:avLst/>
              <a:gdLst>
                <a:gd name="connsiteX0" fmla="*/ 39 w 285504"/>
                <a:gd name="connsiteY0" fmla="*/ 0 h 724424"/>
                <a:gd name="connsiteX1" fmla="*/ 24266 w 285504"/>
                <a:gd name="connsiteY1" fmla="*/ 249705 h 724424"/>
                <a:gd name="connsiteX2" fmla="*/ 52751 w 285504"/>
                <a:gd name="connsiteY2" fmla="*/ 429709 h 724424"/>
                <a:gd name="connsiteX3" fmla="*/ 55770 w 285504"/>
                <a:gd name="connsiteY3" fmla="*/ 692147 h 724424"/>
                <a:gd name="connsiteX4" fmla="*/ 196374 w 285504"/>
                <a:gd name="connsiteY4" fmla="*/ 667300 h 724424"/>
                <a:gd name="connsiteX5" fmla="*/ 183022 w 285504"/>
                <a:gd name="connsiteY5" fmla="*/ 469727 h 724424"/>
                <a:gd name="connsiteX6" fmla="*/ 241036 w 285504"/>
                <a:gd name="connsiteY6" fmla="*/ 272540 h 724424"/>
                <a:gd name="connsiteX7" fmla="*/ 285505 w 285504"/>
                <a:gd name="connsiteY7" fmla="*/ 36844 h 724424"/>
                <a:gd name="connsiteX8" fmla="*/ 0 w 285504"/>
                <a:gd name="connsiteY8" fmla="*/ 0 h 724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5504" h="724424">
                  <a:moveTo>
                    <a:pt x="39" y="0"/>
                  </a:moveTo>
                  <a:cubicBezTo>
                    <a:pt x="-580" y="63626"/>
                    <a:pt x="21867" y="203031"/>
                    <a:pt x="24266" y="249705"/>
                  </a:cubicBezTo>
                  <a:cubicBezTo>
                    <a:pt x="26705" y="296380"/>
                    <a:pt x="57589" y="364264"/>
                    <a:pt x="52751" y="429709"/>
                  </a:cubicBezTo>
                  <a:cubicBezTo>
                    <a:pt x="47914" y="495154"/>
                    <a:pt x="18810" y="636378"/>
                    <a:pt x="55770" y="692147"/>
                  </a:cubicBezTo>
                  <a:cubicBezTo>
                    <a:pt x="92731" y="747917"/>
                    <a:pt x="181242" y="726089"/>
                    <a:pt x="196374" y="667300"/>
                  </a:cubicBezTo>
                  <a:cubicBezTo>
                    <a:pt x="211507" y="608512"/>
                    <a:pt x="184648" y="519265"/>
                    <a:pt x="183022" y="469727"/>
                  </a:cubicBezTo>
                  <a:cubicBezTo>
                    <a:pt x="181397" y="420188"/>
                    <a:pt x="219093" y="365928"/>
                    <a:pt x="241036" y="272540"/>
                  </a:cubicBezTo>
                  <a:cubicBezTo>
                    <a:pt x="262981" y="179152"/>
                    <a:pt x="285505" y="36844"/>
                    <a:pt x="285505" y="368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98B78AA-184F-A151-C7B3-5B11A085C399}"/>
                </a:ext>
              </a:extLst>
            </p:cNvPr>
            <p:cNvSpPr/>
            <p:nvPr/>
          </p:nvSpPr>
          <p:spPr>
            <a:xfrm>
              <a:off x="8626135" y="2838408"/>
              <a:ext cx="879383" cy="834596"/>
            </a:xfrm>
            <a:custGeom>
              <a:avLst/>
              <a:gdLst>
                <a:gd name="connsiteX0" fmla="*/ 1248 w 879383"/>
                <a:gd name="connsiteY0" fmla="*/ 332798 h 834596"/>
                <a:gd name="connsiteX1" fmla="*/ 156287 w 879383"/>
                <a:gd name="connsiteY1" fmla="*/ 515162 h 834596"/>
                <a:gd name="connsiteX2" fmla="*/ 300917 w 879383"/>
                <a:gd name="connsiteY2" fmla="*/ 555644 h 834596"/>
                <a:gd name="connsiteX3" fmla="*/ 507857 w 879383"/>
                <a:gd name="connsiteY3" fmla="*/ 801286 h 834596"/>
                <a:gd name="connsiteX4" fmla="*/ 712823 w 879383"/>
                <a:gd name="connsiteY4" fmla="*/ 787817 h 834596"/>
                <a:gd name="connsiteX5" fmla="*/ 846306 w 879383"/>
                <a:gd name="connsiteY5" fmla="*/ 456451 h 834596"/>
                <a:gd name="connsiteX6" fmla="*/ 845764 w 879383"/>
                <a:gd name="connsiteY6" fmla="*/ 131895 h 834596"/>
                <a:gd name="connsiteX7" fmla="*/ 365937 w 879383"/>
                <a:gd name="connsiteY7" fmla="*/ 7855 h 834596"/>
                <a:gd name="connsiteX8" fmla="*/ 1286 w 879383"/>
                <a:gd name="connsiteY8" fmla="*/ 332836 h 83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9383" h="834596">
                  <a:moveTo>
                    <a:pt x="1248" y="332798"/>
                  </a:moveTo>
                  <a:cubicBezTo>
                    <a:pt x="17192" y="447085"/>
                    <a:pt x="94480" y="495540"/>
                    <a:pt x="156287" y="515162"/>
                  </a:cubicBezTo>
                  <a:cubicBezTo>
                    <a:pt x="218095" y="534784"/>
                    <a:pt x="256177" y="529443"/>
                    <a:pt x="300917" y="555644"/>
                  </a:cubicBezTo>
                  <a:cubicBezTo>
                    <a:pt x="345657" y="581845"/>
                    <a:pt x="453906" y="755385"/>
                    <a:pt x="507857" y="801286"/>
                  </a:cubicBezTo>
                  <a:cubicBezTo>
                    <a:pt x="561807" y="847186"/>
                    <a:pt x="665606" y="848347"/>
                    <a:pt x="712823" y="787817"/>
                  </a:cubicBezTo>
                  <a:cubicBezTo>
                    <a:pt x="760039" y="727287"/>
                    <a:pt x="812364" y="591869"/>
                    <a:pt x="846306" y="456451"/>
                  </a:cubicBezTo>
                  <a:cubicBezTo>
                    <a:pt x="880248" y="321032"/>
                    <a:pt x="899754" y="204075"/>
                    <a:pt x="845764" y="131895"/>
                  </a:cubicBezTo>
                  <a:cubicBezTo>
                    <a:pt x="791775" y="59716"/>
                    <a:pt x="612895" y="-26706"/>
                    <a:pt x="365937" y="7855"/>
                  </a:cubicBezTo>
                  <a:cubicBezTo>
                    <a:pt x="118940" y="42416"/>
                    <a:pt x="-14698" y="218510"/>
                    <a:pt x="1286" y="332836"/>
                  </a:cubicBez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7BE8E47A-3353-0817-4397-476BE5382EBB}"/>
                </a:ext>
              </a:extLst>
            </p:cNvPr>
            <p:cNvSpPr/>
            <p:nvPr/>
          </p:nvSpPr>
          <p:spPr>
            <a:xfrm>
              <a:off x="8402598" y="2811808"/>
              <a:ext cx="1250234" cy="564800"/>
            </a:xfrm>
            <a:custGeom>
              <a:avLst/>
              <a:gdLst>
                <a:gd name="connsiteX0" fmla="*/ 1250117 w 1250234"/>
                <a:gd name="connsiteY0" fmla="*/ 252387 h 564800"/>
                <a:gd name="connsiteX1" fmla="*/ 1042443 w 1250234"/>
                <a:gd name="connsiteY1" fmla="*/ 39332 h 564800"/>
                <a:gd name="connsiteX2" fmla="*/ 604026 w 1250234"/>
                <a:gd name="connsiteY2" fmla="*/ 591 h 564800"/>
                <a:gd name="connsiteX3" fmla="*/ 198816 w 1250234"/>
                <a:gd name="connsiteY3" fmla="*/ 55625 h 564800"/>
                <a:gd name="connsiteX4" fmla="*/ 81 w 1250234"/>
                <a:gd name="connsiteY4" fmla="*/ 226882 h 564800"/>
                <a:gd name="connsiteX5" fmla="*/ 137628 w 1250234"/>
                <a:gd name="connsiteY5" fmla="*/ 405066 h 564800"/>
                <a:gd name="connsiteX6" fmla="*/ 383153 w 1250234"/>
                <a:gd name="connsiteY6" fmla="*/ 547877 h 564800"/>
                <a:gd name="connsiteX7" fmla="*/ 606077 w 1250234"/>
                <a:gd name="connsiteY7" fmla="*/ 516799 h 564800"/>
                <a:gd name="connsiteX8" fmla="*/ 873508 w 1250234"/>
                <a:gd name="connsiteY8" fmla="*/ 563435 h 564800"/>
                <a:gd name="connsiteX9" fmla="*/ 1048441 w 1250234"/>
                <a:gd name="connsiteY9" fmla="*/ 421940 h 564800"/>
                <a:gd name="connsiteX10" fmla="*/ 1250156 w 1250234"/>
                <a:gd name="connsiteY10" fmla="*/ 252387 h 56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50234" h="564800">
                  <a:moveTo>
                    <a:pt x="1250117" y="252387"/>
                  </a:moveTo>
                  <a:cubicBezTo>
                    <a:pt x="1254529" y="138138"/>
                    <a:pt x="1133354" y="81323"/>
                    <a:pt x="1042443" y="39332"/>
                  </a:cubicBezTo>
                  <a:cubicBezTo>
                    <a:pt x="951532" y="-2660"/>
                    <a:pt x="801445" y="6164"/>
                    <a:pt x="604026" y="591"/>
                  </a:cubicBezTo>
                  <a:cubicBezTo>
                    <a:pt x="406568" y="-4982"/>
                    <a:pt x="285972" y="30043"/>
                    <a:pt x="198816" y="55625"/>
                  </a:cubicBezTo>
                  <a:cubicBezTo>
                    <a:pt x="111659" y="81207"/>
                    <a:pt x="-3480" y="135700"/>
                    <a:pt x="81" y="226882"/>
                  </a:cubicBezTo>
                  <a:cubicBezTo>
                    <a:pt x="3641" y="318064"/>
                    <a:pt x="53992" y="369499"/>
                    <a:pt x="137628" y="405066"/>
                  </a:cubicBezTo>
                  <a:cubicBezTo>
                    <a:pt x="221301" y="440633"/>
                    <a:pt x="266235" y="544974"/>
                    <a:pt x="383153" y="547877"/>
                  </a:cubicBezTo>
                  <a:cubicBezTo>
                    <a:pt x="500072" y="550779"/>
                    <a:pt x="542877" y="521908"/>
                    <a:pt x="606077" y="516799"/>
                  </a:cubicBezTo>
                  <a:cubicBezTo>
                    <a:pt x="669277" y="511651"/>
                    <a:pt x="763827" y="574774"/>
                    <a:pt x="873508" y="563435"/>
                  </a:cubicBezTo>
                  <a:cubicBezTo>
                    <a:pt x="983190" y="552095"/>
                    <a:pt x="1017557" y="449535"/>
                    <a:pt x="1048441" y="421940"/>
                  </a:cubicBezTo>
                  <a:cubicBezTo>
                    <a:pt x="1079287" y="394346"/>
                    <a:pt x="1245745" y="366635"/>
                    <a:pt x="1250156" y="252387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21102156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134678D8-B293-3AA0-3F4C-7C7D2F47AFE5}"/>
                </a:ext>
              </a:extLst>
            </p:cNvPr>
            <p:cNvSpPr/>
            <p:nvPr/>
          </p:nvSpPr>
          <p:spPr>
            <a:xfrm>
              <a:off x="8323345" y="2951221"/>
              <a:ext cx="328496" cy="721148"/>
            </a:xfrm>
            <a:custGeom>
              <a:avLst/>
              <a:gdLst>
                <a:gd name="connsiteX0" fmla="*/ 97485 w 328496"/>
                <a:gd name="connsiteY0" fmla="*/ 24539 h 721148"/>
                <a:gd name="connsiteX1" fmla="*/ 1465 w 328496"/>
                <a:gd name="connsiteY1" fmla="*/ 434510 h 721148"/>
                <a:gd name="connsiteX2" fmla="*/ 3981 w 328496"/>
                <a:gd name="connsiteY2" fmla="*/ 703682 h 721148"/>
                <a:gd name="connsiteX3" fmla="*/ 166646 w 328496"/>
                <a:gd name="connsiteY3" fmla="*/ 706663 h 721148"/>
                <a:gd name="connsiteX4" fmla="*/ 237780 w 328496"/>
                <a:gd name="connsiteY4" fmla="*/ 425376 h 721148"/>
                <a:gd name="connsiteX5" fmla="*/ 328497 w 328496"/>
                <a:gd name="connsiteY5" fmla="*/ 259577 h 721148"/>
                <a:gd name="connsiteX6" fmla="*/ 97485 w 328496"/>
                <a:gd name="connsiteY6" fmla="*/ 24500 h 721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8496" h="721148">
                  <a:moveTo>
                    <a:pt x="97485" y="24539"/>
                  </a:moveTo>
                  <a:cubicBezTo>
                    <a:pt x="13385" y="143703"/>
                    <a:pt x="1465" y="420268"/>
                    <a:pt x="1465" y="434510"/>
                  </a:cubicBezTo>
                  <a:cubicBezTo>
                    <a:pt x="1465" y="440625"/>
                    <a:pt x="-3141" y="671676"/>
                    <a:pt x="3981" y="703682"/>
                  </a:cubicBezTo>
                  <a:cubicBezTo>
                    <a:pt x="8547" y="724233"/>
                    <a:pt x="154803" y="728413"/>
                    <a:pt x="166646" y="706663"/>
                  </a:cubicBezTo>
                  <a:cubicBezTo>
                    <a:pt x="178488" y="684912"/>
                    <a:pt x="232709" y="441128"/>
                    <a:pt x="237780" y="425376"/>
                  </a:cubicBezTo>
                  <a:cubicBezTo>
                    <a:pt x="252022" y="381488"/>
                    <a:pt x="328497" y="259577"/>
                    <a:pt x="328497" y="259577"/>
                  </a:cubicBezTo>
                  <a:cubicBezTo>
                    <a:pt x="328497" y="259577"/>
                    <a:pt x="181584" y="-94663"/>
                    <a:pt x="97485" y="24500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21102171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D141BD7-F0C5-69F5-14E1-CBDAE3B314D5}"/>
                </a:ext>
              </a:extLst>
            </p:cNvPr>
            <p:cNvSpPr/>
            <p:nvPr/>
          </p:nvSpPr>
          <p:spPr>
            <a:xfrm>
              <a:off x="9480904" y="2612187"/>
              <a:ext cx="183383" cy="170473"/>
            </a:xfrm>
            <a:custGeom>
              <a:avLst/>
              <a:gdLst>
                <a:gd name="connsiteX0" fmla="*/ 478 w 183383"/>
                <a:gd name="connsiteY0" fmla="*/ 153227 h 170473"/>
                <a:gd name="connsiteX1" fmla="*/ 183384 w 183383"/>
                <a:gd name="connsiteY1" fmla="*/ 111545 h 170473"/>
                <a:gd name="connsiteX2" fmla="*/ 164536 w 183383"/>
                <a:gd name="connsiteY2" fmla="*/ 32941 h 170473"/>
                <a:gd name="connsiteX3" fmla="*/ 108805 w 183383"/>
                <a:gd name="connsiteY3" fmla="*/ 238 h 170473"/>
                <a:gd name="connsiteX4" fmla="*/ 54119 w 183383"/>
                <a:gd name="connsiteY4" fmla="*/ 34760 h 170473"/>
                <a:gd name="connsiteX5" fmla="*/ 9612 w 183383"/>
                <a:gd name="connsiteY5" fmla="*/ 64754 h 170473"/>
                <a:gd name="connsiteX6" fmla="*/ 478 w 183383"/>
                <a:gd name="connsiteY6" fmla="*/ 153189 h 170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3383" h="170473">
                  <a:moveTo>
                    <a:pt x="478" y="153227"/>
                  </a:moveTo>
                  <a:cubicBezTo>
                    <a:pt x="-10862" y="209036"/>
                    <a:pt x="183384" y="111545"/>
                    <a:pt x="183384" y="111545"/>
                  </a:cubicBezTo>
                  <a:cubicBezTo>
                    <a:pt x="183384" y="111545"/>
                    <a:pt x="179165" y="55040"/>
                    <a:pt x="164536" y="32941"/>
                  </a:cubicBezTo>
                  <a:cubicBezTo>
                    <a:pt x="149907" y="10842"/>
                    <a:pt x="137406" y="-1929"/>
                    <a:pt x="108805" y="238"/>
                  </a:cubicBezTo>
                  <a:cubicBezTo>
                    <a:pt x="94795" y="1283"/>
                    <a:pt x="64142" y="14016"/>
                    <a:pt x="54119" y="34760"/>
                  </a:cubicBezTo>
                  <a:cubicBezTo>
                    <a:pt x="44095" y="55504"/>
                    <a:pt x="14411" y="48848"/>
                    <a:pt x="9612" y="64754"/>
                  </a:cubicBezTo>
                  <a:cubicBezTo>
                    <a:pt x="207" y="95948"/>
                    <a:pt x="11779" y="97380"/>
                    <a:pt x="478" y="153189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A441A2E6-AEB9-2D51-8A0A-0AA4334366BB}"/>
                </a:ext>
              </a:extLst>
            </p:cNvPr>
            <p:cNvSpPr/>
            <p:nvPr/>
          </p:nvSpPr>
          <p:spPr>
            <a:xfrm>
              <a:off x="9369334" y="2689767"/>
              <a:ext cx="318505" cy="429918"/>
            </a:xfrm>
            <a:custGeom>
              <a:avLst/>
              <a:gdLst>
                <a:gd name="connsiteX0" fmla="*/ 273087 w 318505"/>
                <a:gd name="connsiteY0" fmla="*/ 417038 h 429918"/>
                <a:gd name="connsiteX1" fmla="*/ 317479 w 318505"/>
                <a:gd name="connsiteY1" fmla="*/ 148678 h 429918"/>
                <a:gd name="connsiteX2" fmla="*/ 300565 w 318505"/>
                <a:gd name="connsiteY2" fmla="*/ 24174 h 429918"/>
                <a:gd name="connsiteX3" fmla="*/ 211048 w 318505"/>
                <a:gd name="connsiteY3" fmla="*/ 450 h 429918"/>
                <a:gd name="connsiteX4" fmla="*/ 120331 w 318505"/>
                <a:gd name="connsiteY4" fmla="*/ 35437 h 429918"/>
                <a:gd name="connsiteX5" fmla="*/ 14209 w 318505"/>
                <a:gd name="connsiteY5" fmla="*/ 191096 h 429918"/>
                <a:gd name="connsiteX6" fmla="*/ 273126 w 318505"/>
                <a:gd name="connsiteY6" fmla="*/ 417038 h 429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8505" h="429918">
                  <a:moveTo>
                    <a:pt x="273087" y="417038"/>
                  </a:moveTo>
                  <a:cubicBezTo>
                    <a:pt x="317556" y="345014"/>
                    <a:pt x="321000" y="242957"/>
                    <a:pt x="317479" y="148678"/>
                  </a:cubicBezTo>
                  <a:cubicBezTo>
                    <a:pt x="315776" y="104016"/>
                    <a:pt x="312757" y="49834"/>
                    <a:pt x="300565" y="24174"/>
                  </a:cubicBezTo>
                  <a:cubicBezTo>
                    <a:pt x="294219" y="10783"/>
                    <a:pt x="250059" y="-2646"/>
                    <a:pt x="211048" y="450"/>
                  </a:cubicBezTo>
                  <a:cubicBezTo>
                    <a:pt x="166966" y="3972"/>
                    <a:pt x="127490" y="25529"/>
                    <a:pt x="120331" y="35437"/>
                  </a:cubicBezTo>
                  <a:cubicBezTo>
                    <a:pt x="106862" y="54091"/>
                    <a:pt x="68314" y="160483"/>
                    <a:pt x="14209" y="191096"/>
                  </a:cubicBezTo>
                  <a:cubicBezTo>
                    <a:pt x="-67607" y="237345"/>
                    <a:pt x="228658" y="489102"/>
                    <a:pt x="273126" y="417038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21102171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CF0B3F2D-1AE1-E082-7D0A-73174233E942}"/>
                </a:ext>
              </a:extLst>
            </p:cNvPr>
            <p:cNvSpPr/>
            <p:nvPr/>
          </p:nvSpPr>
          <p:spPr>
            <a:xfrm>
              <a:off x="8522864" y="2922325"/>
              <a:ext cx="967341" cy="314325"/>
            </a:xfrm>
            <a:custGeom>
              <a:avLst/>
              <a:gdLst>
                <a:gd name="connsiteX0" fmla="*/ 564 w 967341"/>
                <a:gd name="connsiteY0" fmla="*/ 163968 h 314325"/>
                <a:gd name="connsiteX1" fmla="*/ 426480 w 967341"/>
                <a:gd name="connsiteY1" fmla="*/ 26 h 314325"/>
                <a:gd name="connsiteX2" fmla="*/ 967341 w 967341"/>
                <a:gd name="connsiteY2" fmla="*/ 124840 h 314325"/>
                <a:gd name="connsiteX3" fmla="*/ 474162 w 967341"/>
                <a:gd name="connsiteY3" fmla="*/ 314325 h 314325"/>
                <a:gd name="connsiteX4" fmla="*/ 564 w 967341"/>
                <a:gd name="connsiteY4" fmla="*/ 163968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7341" h="314325">
                  <a:moveTo>
                    <a:pt x="564" y="163968"/>
                  </a:moveTo>
                  <a:cubicBezTo>
                    <a:pt x="-11279" y="48713"/>
                    <a:pt x="164313" y="26"/>
                    <a:pt x="426480" y="26"/>
                  </a:cubicBezTo>
                  <a:cubicBezTo>
                    <a:pt x="688648" y="26"/>
                    <a:pt x="966800" y="-5005"/>
                    <a:pt x="967341" y="124840"/>
                  </a:cubicBezTo>
                  <a:cubicBezTo>
                    <a:pt x="967883" y="254685"/>
                    <a:pt x="620842" y="314325"/>
                    <a:pt x="474162" y="314325"/>
                  </a:cubicBezTo>
                  <a:cubicBezTo>
                    <a:pt x="327480" y="314325"/>
                    <a:pt x="12407" y="279222"/>
                    <a:pt x="564" y="163968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76A0B8F-93C2-FD62-7FCC-98D258F04346}"/>
                </a:ext>
              </a:extLst>
            </p:cNvPr>
            <p:cNvSpPr/>
            <p:nvPr/>
          </p:nvSpPr>
          <p:spPr>
            <a:xfrm>
              <a:off x="8720556" y="2708803"/>
              <a:ext cx="558840" cy="768676"/>
            </a:xfrm>
            <a:custGeom>
              <a:avLst/>
              <a:gdLst>
                <a:gd name="connsiteX0" fmla="*/ 386655 w 558840"/>
                <a:gd name="connsiteY0" fmla="*/ 138737 h 768676"/>
                <a:gd name="connsiteX1" fmla="*/ 397027 w 558840"/>
                <a:gd name="connsiteY1" fmla="*/ 73718 h 768676"/>
                <a:gd name="connsiteX2" fmla="*/ 188307 w 558840"/>
                <a:gd name="connsiteY2" fmla="*/ 17019 h 768676"/>
                <a:gd name="connsiteX3" fmla="*/ 175884 w 558840"/>
                <a:gd name="connsiteY3" fmla="*/ 139356 h 768676"/>
                <a:gd name="connsiteX4" fmla="*/ 2924 w 558840"/>
                <a:gd name="connsiteY4" fmla="*/ 480824 h 768676"/>
                <a:gd name="connsiteX5" fmla="*/ 204639 w 558840"/>
                <a:gd name="connsiteY5" fmla="*/ 720467 h 768676"/>
                <a:gd name="connsiteX6" fmla="*/ 438244 w 558840"/>
                <a:gd name="connsiteY6" fmla="*/ 735058 h 768676"/>
                <a:gd name="connsiteX7" fmla="*/ 558028 w 558840"/>
                <a:gd name="connsiteY7" fmla="*/ 429041 h 768676"/>
                <a:gd name="connsiteX8" fmla="*/ 386655 w 558840"/>
                <a:gd name="connsiteY8" fmla="*/ 138737 h 768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40" h="768676">
                  <a:moveTo>
                    <a:pt x="386655" y="138737"/>
                  </a:moveTo>
                  <a:cubicBezTo>
                    <a:pt x="392344" y="124534"/>
                    <a:pt x="417500" y="115593"/>
                    <a:pt x="397027" y="73718"/>
                  </a:cubicBezTo>
                  <a:cubicBezTo>
                    <a:pt x="376553" y="31842"/>
                    <a:pt x="251469" y="-30352"/>
                    <a:pt x="188307" y="17019"/>
                  </a:cubicBezTo>
                  <a:cubicBezTo>
                    <a:pt x="125145" y="64390"/>
                    <a:pt x="172865" y="122211"/>
                    <a:pt x="175884" y="139356"/>
                  </a:cubicBezTo>
                  <a:cubicBezTo>
                    <a:pt x="33693" y="205266"/>
                    <a:pt x="-12827" y="383257"/>
                    <a:pt x="2924" y="480824"/>
                  </a:cubicBezTo>
                  <a:cubicBezTo>
                    <a:pt x="20262" y="588184"/>
                    <a:pt x="33693" y="729911"/>
                    <a:pt x="204639" y="720467"/>
                  </a:cubicBezTo>
                  <a:cubicBezTo>
                    <a:pt x="287965" y="790054"/>
                    <a:pt x="373844" y="774573"/>
                    <a:pt x="438244" y="735058"/>
                  </a:cubicBezTo>
                  <a:cubicBezTo>
                    <a:pt x="502645" y="695543"/>
                    <a:pt x="543901" y="615662"/>
                    <a:pt x="558028" y="429041"/>
                  </a:cubicBezTo>
                  <a:cubicBezTo>
                    <a:pt x="567587" y="302911"/>
                    <a:pt x="491731" y="186728"/>
                    <a:pt x="386655" y="138737"/>
                  </a:cubicBezTo>
                  <a:close/>
                </a:path>
              </a:pathLst>
            </a:custGeom>
            <a:solidFill>
              <a:srgbClr val="853830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1FE7CC3-1C20-59E1-8B61-27FBA2229A9A}"/>
                </a:ext>
              </a:extLst>
            </p:cNvPr>
            <p:cNvSpPr/>
            <p:nvPr/>
          </p:nvSpPr>
          <p:spPr>
            <a:xfrm>
              <a:off x="8337952" y="3649562"/>
              <a:ext cx="136558" cy="65169"/>
            </a:xfrm>
            <a:custGeom>
              <a:avLst/>
              <a:gdLst>
                <a:gd name="connsiteX0" fmla="*/ 791 w 136558"/>
                <a:gd name="connsiteY0" fmla="*/ 4180 h 65169"/>
                <a:gd name="connsiteX1" fmla="*/ 791 w 136558"/>
                <a:gd name="connsiteY1" fmla="*/ 54570 h 65169"/>
                <a:gd name="connsiteX2" fmla="*/ 123515 w 136558"/>
                <a:gd name="connsiteY2" fmla="*/ 62852 h 65169"/>
                <a:gd name="connsiteX3" fmla="*/ 136558 w 136558"/>
                <a:gd name="connsiteY3" fmla="*/ 0 h 65169"/>
                <a:gd name="connsiteX4" fmla="*/ 791 w 136558"/>
                <a:gd name="connsiteY4" fmla="*/ 4141 h 65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558" h="65169">
                  <a:moveTo>
                    <a:pt x="791" y="4180"/>
                  </a:moveTo>
                  <a:cubicBezTo>
                    <a:pt x="791" y="4180"/>
                    <a:pt x="-989" y="46868"/>
                    <a:pt x="791" y="54570"/>
                  </a:cubicBezTo>
                  <a:cubicBezTo>
                    <a:pt x="2571" y="62272"/>
                    <a:pt x="119955" y="68812"/>
                    <a:pt x="123515" y="62852"/>
                  </a:cubicBezTo>
                  <a:cubicBezTo>
                    <a:pt x="127076" y="56892"/>
                    <a:pt x="136558" y="0"/>
                    <a:pt x="136558" y="0"/>
                  </a:cubicBezTo>
                  <a:lnTo>
                    <a:pt x="791" y="4141"/>
                  </a:ln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21102171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8B94BC64-A204-FC1E-C5D9-CE354B4B170E}"/>
                </a:ext>
              </a:extLst>
            </p:cNvPr>
            <p:cNvSpPr/>
            <p:nvPr/>
          </p:nvSpPr>
          <p:spPr>
            <a:xfrm>
              <a:off x="8778791" y="2951949"/>
              <a:ext cx="209322" cy="375502"/>
            </a:xfrm>
            <a:custGeom>
              <a:avLst/>
              <a:gdLst>
                <a:gd name="connsiteX0" fmla="*/ 105456 w 209322"/>
                <a:gd name="connsiteY0" fmla="*/ 4499 h 375502"/>
                <a:gd name="connsiteX1" fmla="*/ 65439 w 209322"/>
                <a:gd name="connsiteY1" fmla="*/ 354326 h 375502"/>
                <a:gd name="connsiteX2" fmla="*/ 207088 w 209322"/>
                <a:gd name="connsiteY2" fmla="*/ 171575 h 375502"/>
                <a:gd name="connsiteX3" fmla="*/ 105456 w 209322"/>
                <a:gd name="connsiteY3" fmla="*/ 4499 h 375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322" h="375502">
                  <a:moveTo>
                    <a:pt x="105456" y="4499"/>
                  </a:moveTo>
                  <a:cubicBezTo>
                    <a:pt x="22751" y="25862"/>
                    <a:pt x="-62626" y="283192"/>
                    <a:pt x="65439" y="354326"/>
                  </a:cubicBezTo>
                  <a:cubicBezTo>
                    <a:pt x="193504" y="425460"/>
                    <a:pt x="217731" y="305445"/>
                    <a:pt x="207088" y="171575"/>
                  </a:cubicBezTo>
                  <a:cubicBezTo>
                    <a:pt x="196406" y="37705"/>
                    <a:pt x="188202" y="-16865"/>
                    <a:pt x="105456" y="4499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A302563-76C9-4299-170D-2CC0922A11CD}"/>
              </a:ext>
            </a:extLst>
          </p:cNvPr>
          <p:cNvGrpSpPr/>
          <p:nvPr/>
        </p:nvGrpSpPr>
        <p:grpSpPr>
          <a:xfrm>
            <a:off x="10488349" y="4926386"/>
            <a:ext cx="1304639" cy="1932696"/>
            <a:chOff x="10488349" y="4926386"/>
            <a:chExt cx="1304639" cy="1932696"/>
          </a:xfrm>
        </p:grpSpPr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D06217D2-89ED-49D2-94CA-F59F0BA64BAC}"/>
                </a:ext>
              </a:extLst>
            </p:cNvPr>
            <p:cNvSpPr/>
            <p:nvPr/>
          </p:nvSpPr>
          <p:spPr>
            <a:xfrm>
              <a:off x="10895948" y="6343314"/>
              <a:ext cx="200740" cy="515768"/>
            </a:xfrm>
            <a:custGeom>
              <a:avLst/>
              <a:gdLst>
                <a:gd name="connsiteX0" fmla="*/ 108938 w 200740"/>
                <a:gd name="connsiteY0" fmla="*/ 142 h 515768"/>
                <a:gd name="connsiteX1" fmla="*/ 200547 w 200740"/>
                <a:gd name="connsiteY1" fmla="*/ 212732 h 515768"/>
                <a:gd name="connsiteX2" fmla="*/ 191645 w 200740"/>
                <a:gd name="connsiteY2" fmla="*/ 334759 h 515768"/>
                <a:gd name="connsiteX3" fmla="*/ 84982 w 200740"/>
                <a:gd name="connsiteY3" fmla="*/ 515769 h 515768"/>
                <a:gd name="connsiteX4" fmla="*/ 535 w 200740"/>
                <a:gd name="connsiteY4" fmla="*/ 312119 h 515768"/>
                <a:gd name="connsiteX5" fmla="*/ 22942 w 200740"/>
                <a:gd name="connsiteY5" fmla="*/ 100612 h 515768"/>
                <a:gd name="connsiteX6" fmla="*/ 108900 w 200740"/>
                <a:gd name="connsiteY6" fmla="*/ 142 h 515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740" h="515768">
                  <a:moveTo>
                    <a:pt x="108938" y="142"/>
                  </a:moveTo>
                  <a:cubicBezTo>
                    <a:pt x="195399" y="-5315"/>
                    <a:pt x="202172" y="148100"/>
                    <a:pt x="200547" y="212732"/>
                  </a:cubicBezTo>
                  <a:cubicBezTo>
                    <a:pt x="198920" y="277365"/>
                    <a:pt x="200159" y="302830"/>
                    <a:pt x="191645" y="334759"/>
                  </a:cubicBezTo>
                  <a:cubicBezTo>
                    <a:pt x="183169" y="366689"/>
                    <a:pt x="111648" y="515769"/>
                    <a:pt x="84982" y="515769"/>
                  </a:cubicBezTo>
                  <a:cubicBezTo>
                    <a:pt x="58317" y="515769"/>
                    <a:pt x="4173" y="350898"/>
                    <a:pt x="535" y="312119"/>
                  </a:cubicBezTo>
                  <a:cubicBezTo>
                    <a:pt x="-3104" y="273339"/>
                    <a:pt x="12648" y="147248"/>
                    <a:pt x="22942" y="100612"/>
                  </a:cubicBezTo>
                  <a:cubicBezTo>
                    <a:pt x="33238" y="53937"/>
                    <a:pt x="22440" y="5599"/>
                    <a:pt x="108900" y="142"/>
                  </a:cubicBez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BE4EFD1-456B-F766-D509-8BF4671E65F4}"/>
                </a:ext>
              </a:extLst>
            </p:cNvPr>
            <p:cNvSpPr/>
            <p:nvPr/>
          </p:nvSpPr>
          <p:spPr>
            <a:xfrm>
              <a:off x="10911460" y="6274644"/>
              <a:ext cx="164728" cy="413067"/>
            </a:xfrm>
            <a:custGeom>
              <a:avLst/>
              <a:gdLst>
                <a:gd name="connsiteX0" fmla="*/ 132554 w 164728"/>
                <a:gd name="connsiteY0" fmla="*/ 0 h 413067"/>
                <a:gd name="connsiteX1" fmla="*/ 149274 w 164728"/>
                <a:gd name="connsiteY1" fmla="*/ 118351 h 413067"/>
                <a:gd name="connsiteX2" fmla="*/ 146255 w 164728"/>
                <a:gd name="connsiteY2" fmla="*/ 380789 h 413067"/>
                <a:gd name="connsiteX3" fmla="*/ 5650 w 164728"/>
                <a:gd name="connsiteY3" fmla="*/ 355942 h 413067"/>
                <a:gd name="connsiteX4" fmla="*/ 23182 w 164728"/>
                <a:gd name="connsiteY4" fmla="*/ 151519 h 413067"/>
                <a:gd name="connsiteX5" fmla="*/ 0 w 164728"/>
                <a:gd name="connsiteY5" fmla="*/ 24111 h 413067"/>
                <a:gd name="connsiteX6" fmla="*/ 132593 w 164728"/>
                <a:gd name="connsiteY6" fmla="*/ 0 h 413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728" h="413067">
                  <a:moveTo>
                    <a:pt x="132554" y="0"/>
                  </a:moveTo>
                  <a:cubicBezTo>
                    <a:pt x="132554" y="0"/>
                    <a:pt x="144436" y="52905"/>
                    <a:pt x="149274" y="118351"/>
                  </a:cubicBezTo>
                  <a:cubicBezTo>
                    <a:pt x="154112" y="183796"/>
                    <a:pt x="183216" y="325020"/>
                    <a:pt x="146255" y="380789"/>
                  </a:cubicBezTo>
                  <a:cubicBezTo>
                    <a:pt x="109294" y="436559"/>
                    <a:pt x="20783" y="414731"/>
                    <a:pt x="5650" y="355942"/>
                  </a:cubicBezTo>
                  <a:cubicBezTo>
                    <a:pt x="-9482" y="297154"/>
                    <a:pt x="21557" y="201057"/>
                    <a:pt x="23182" y="151519"/>
                  </a:cubicBezTo>
                  <a:cubicBezTo>
                    <a:pt x="24808" y="101980"/>
                    <a:pt x="0" y="24111"/>
                    <a:pt x="0" y="24111"/>
                  </a:cubicBezTo>
                  <a:lnTo>
                    <a:pt x="132593" y="0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870F649D-E43B-D152-839F-E7B6C7E61C0A}"/>
                </a:ext>
              </a:extLst>
            </p:cNvPr>
            <p:cNvSpPr/>
            <p:nvPr/>
          </p:nvSpPr>
          <p:spPr>
            <a:xfrm>
              <a:off x="10778365" y="5733983"/>
              <a:ext cx="327211" cy="654173"/>
            </a:xfrm>
            <a:custGeom>
              <a:avLst/>
              <a:gdLst>
                <a:gd name="connsiteX0" fmla="*/ 0 w 327211"/>
                <a:gd name="connsiteY0" fmla="*/ 67799 h 654173"/>
                <a:gd name="connsiteX1" fmla="*/ 67302 w 327211"/>
                <a:gd name="connsiteY1" fmla="*/ 410196 h 654173"/>
                <a:gd name="connsiteX2" fmla="*/ 120479 w 327211"/>
                <a:gd name="connsiteY2" fmla="*/ 620116 h 654173"/>
                <a:gd name="connsiteX3" fmla="*/ 181086 w 327211"/>
                <a:gd name="connsiteY3" fmla="*/ 654174 h 654173"/>
                <a:gd name="connsiteX4" fmla="*/ 284537 w 327211"/>
                <a:gd name="connsiteY4" fmla="*/ 604055 h 654173"/>
                <a:gd name="connsiteX5" fmla="*/ 284227 w 327211"/>
                <a:gd name="connsiteY5" fmla="*/ 446615 h 654173"/>
                <a:gd name="connsiteX6" fmla="*/ 327147 w 327211"/>
                <a:gd name="connsiteY6" fmla="*/ 73450 h 654173"/>
                <a:gd name="connsiteX7" fmla="*/ 0 w 327211"/>
                <a:gd name="connsiteY7" fmla="*/ 67722 h 654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7211" h="654173">
                  <a:moveTo>
                    <a:pt x="0" y="67799"/>
                  </a:moveTo>
                  <a:cubicBezTo>
                    <a:pt x="10682" y="243893"/>
                    <a:pt x="43269" y="279770"/>
                    <a:pt x="67302" y="410196"/>
                  </a:cubicBezTo>
                  <a:cubicBezTo>
                    <a:pt x="91297" y="540622"/>
                    <a:pt x="113512" y="611524"/>
                    <a:pt x="120479" y="620116"/>
                  </a:cubicBezTo>
                  <a:cubicBezTo>
                    <a:pt x="123382" y="623677"/>
                    <a:pt x="154847" y="654135"/>
                    <a:pt x="181086" y="654174"/>
                  </a:cubicBezTo>
                  <a:cubicBezTo>
                    <a:pt x="207326" y="654251"/>
                    <a:pt x="281247" y="613420"/>
                    <a:pt x="284537" y="604055"/>
                  </a:cubicBezTo>
                  <a:cubicBezTo>
                    <a:pt x="288059" y="594069"/>
                    <a:pt x="283221" y="544221"/>
                    <a:pt x="284227" y="446615"/>
                  </a:cubicBezTo>
                  <a:cubicBezTo>
                    <a:pt x="284846" y="387904"/>
                    <a:pt x="321807" y="235340"/>
                    <a:pt x="327147" y="73450"/>
                  </a:cubicBezTo>
                  <a:cubicBezTo>
                    <a:pt x="332489" y="-88402"/>
                    <a:pt x="0" y="67722"/>
                    <a:pt x="0" y="67722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447B69F8-4680-D5F6-7F9C-F7DAFAAF3EC4}"/>
                </a:ext>
              </a:extLst>
            </p:cNvPr>
            <p:cNvSpPr/>
            <p:nvPr/>
          </p:nvSpPr>
          <p:spPr>
            <a:xfrm>
              <a:off x="11338998" y="4926386"/>
              <a:ext cx="162636" cy="360798"/>
            </a:xfrm>
            <a:custGeom>
              <a:avLst/>
              <a:gdLst>
                <a:gd name="connsiteX0" fmla="*/ 7009 w 162636"/>
                <a:gd name="connsiteY0" fmla="*/ 304851 h 360798"/>
                <a:gd name="connsiteX1" fmla="*/ 9408 w 162636"/>
                <a:gd name="connsiteY1" fmla="*/ 106696 h 360798"/>
                <a:gd name="connsiteX2" fmla="*/ 30152 w 162636"/>
                <a:gd name="connsiteY2" fmla="*/ 29369 h 360798"/>
                <a:gd name="connsiteX3" fmla="*/ 130429 w 162636"/>
                <a:gd name="connsiteY3" fmla="*/ 18765 h 360798"/>
                <a:gd name="connsiteX4" fmla="*/ 158682 w 162636"/>
                <a:gd name="connsiteY4" fmla="*/ 113663 h 360798"/>
                <a:gd name="connsiteX5" fmla="*/ 162242 w 162636"/>
                <a:gd name="connsiteY5" fmla="*/ 235961 h 360798"/>
                <a:gd name="connsiteX6" fmla="*/ 137783 w 162636"/>
                <a:gd name="connsiteY6" fmla="*/ 347577 h 360798"/>
                <a:gd name="connsiteX7" fmla="*/ 7047 w 162636"/>
                <a:gd name="connsiteY7" fmla="*/ 304890 h 360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2636" h="360798">
                  <a:moveTo>
                    <a:pt x="7009" y="304851"/>
                  </a:moveTo>
                  <a:cubicBezTo>
                    <a:pt x="-6343" y="243934"/>
                    <a:pt x="2210" y="179649"/>
                    <a:pt x="9408" y="106696"/>
                  </a:cubicBezTo>
                  <a:cubicBezTo>
                    <a:pt x="12156" y="78676"/>
                    <a:pt x="14478" y="59828"/>
                    <a:pt x="30152" y="29369"/>
                  </a:cubicBezTo>
                  <a:cubicBezTo>
                    <a:pt x="45788" y="-1089"/>
                    <a:pt x="108950" y="-12970"/>
                    <a:pt x="130429" y="18765"/>
                  </a:cubicBezTo>
                  <a:cubicBezTo>
                    <a:pt x="151870" y="50501"/>
                    <a:pt x="154386" y="80340"/>
                    <a:pt x="158682" y="113663"/>
                  </a:cubicBezTo>
                  <a:cubicBezTo>
                    <a:pt x="162939" y="146985"/>
                    <a:pt x="163055" y="216262"/>
                    <a:pt x="162242" y="235961"/>
                  </a:cubicBezTo>
                  <a:cubicBezTo>
                    <a:pt x="161623" y="250552"/>
                    <a:pt x="159147" y="338251"/>
                    <a:pt x="137783" y="347577"/>
                  </a:cubicBezTo>
                  <a:cubicBezTo>
                    <a:pt x="82478" y="371689"/>
                    <a:pt x="20399" y="365806"/>
                    <a:pt x="7047" y="304890"/>
                  </a:cubicBez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0991953-7ACC-1EF4-18E1-199CAD3018EA}"/>
                </a:ext>
              </a:extLst>
            </p:cNvPr>
            <p:cNvSpPr/>
            <p:nvPr/>
          </p:nvSpPr>
          <p:spPr>
            <a:xfrm>
              <a:off x="11340443" y="5000766"/>
              <a:ext cx="157516" cy="277187"/>
            </a:xfrm>
            <a:custGeom>
              <a:avLst/>
              <a:gdLst>
                <a:gd name="connsiteX0" fmla="*/ 1500 w 157516"/>
                <a:gd name="connsiteY0" fmla="*/ 203379 h 277187"/>
                <a:gd name="connsiteX1" fmla="*/ 25108 w 157516"/>
                <a:gd name="connsiteY1" fmla="*/ 69973 h 277187"/>
                <a:gd name="connsiteX2" fmla="*/ 74956 w 157516"/>
                <a:gd name="connsiteY2" fmla="*/ 0 h 277187"/>
                <a:gd name="connsiteX3" fmla="*/ 134054 w 157516"/>
                <a:gd name="connsiteY3" fmla="*/ 90872 h 277187"/>
                <a:gd name="connsiteX4" fmla="*/ 157392 w 157516"/>
                <a:gd name="connsiteY4" fmla="*/ 222343 h 277187"/>
                <a:gd name="connsiteX5" fmla="*/ 78749 w 157516"/>
                <a:gd name="connsiteY5" fmla="*/ 277184 h 277187"/>
                <a:gd name="connsiteX6" fmla="*/ 1461 w 157516"/>
                <a:gd name="connsiteY6" fmla="*/ 203379 h 277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7516" h="277187">
                  <a:moveTo>
                    <a:pt x="1500" y="203379"/>
                  </a:moveTo>
                  <a:cubicBezTo>
                    <a:pt x="20928" y="136734"/>
                    <a:pt x="14194" y="116067"/>
                    <a:pt x="25108" y="69973"/>
                  </a:cubicBezTo>
                  <a:cubicBezTo>
                    <a:pt x="34010" y="32355"/>
                    <a:pt x="55180" y="0"/>
                    <a:pt x="74956" y="0"/>
                  </a:cubicBezTo>
                  <a:cubicBezTo>
                    <a:pt x="118961" y="0"/>
                    <a:pt x="128714" y="42417"/>
                    <a:pt x="134054" y="90872"/>
                  </a:cubicBezTo>
                  <a:cubicBezTo>
                    <a:pt x="135603" y="105076"/>
                    <a:pt x="151896" y="190104"/>
                    <a:pt x="157392" y="222343"/>
                  </a:cubicBezTo>
                  <a:cubicBezTo>
                    <a:pt x="160062" y="237901"/>
                    <a:pt x="119425" y="276758"/>
                    <a:pt x="78749" y="277184"/>
                  </a:cubicBezTo>
                  <a:cubicBezTo>
                    <a:pt x="35054" y="277648"/>
                    <a:pt x="-8601" y="237863"/>
                    <a:pt x="1461" y="203379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DDECFAA4-6B96-D209-C67A-CC1F34312A40}"/>
                </a:ext>
              </a:extLst>
            </p:cNvPr>
            <p:cNvSpPr/>
            <p:nvPr/>
          </p:nvSpPr>
          <p:spPr>
            <a:xfrm>
              <a:off x="11220728" y="5109248"/>
              <a:ext cx="374945" cy="424057"/>
            </a:xfrm>
            <a:custGeom>
              <a:avLst/>
              <a:gdLst>
                <a:gd name="connsiteX0" fmla="*/ 121680 w 374945"/>
                <a:gd name="connsiteY0" fmla="*/ 58401 h 424057"/>
                <a:gd name="connsiteX1" fmla="*/ 0 w 374945"/>
                <a:gd name="connsiteY1" fmla="*/ 424058 h 424057"/>
                <a:gd name="connsiteX2" fmla="*/ 374946 w 374945"/>
                <a:gd name="connsiteY2" fmla="*/ 394606 h 424057"/>
                <a:gd name="connsiteX3" fmla="*/ 270373 w 374945"/>
                <a:gd name="connsiteY3" fmla="*/ 49461 h 424057"/>
                <a:gd name="connsiteX4" fmla="*/ 220215 w 374945"/>
                <a:gd name="connsiteY4" fmla="*/ 0 h 424057"/>
                <a:gd name="connsiteX5" fmla="*/ 121719 w 374945"/>
                <a:gd name="connsiteY5" fmla="*/ 58401 h 424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4945" h="424057">
                  <a:moveTo>
                    <a:pt x="121680" y="58401"/>
                  </a:moveTo>
                  <a:cubicBezTo>
                    <a:pt x="112778" y="77094"/>
                    <a:pt x="0" y="424058"/>
                    <a:pt x="0" y="424058"/>
                  </a:cubicBezTo>
                  <a:lnTo>
                    <a:pt x="374946" y="394606"/>
                  </a:lnTo>
                  <a:cubicBezTo>
                    <a:pt x="374946" y="394606"/>
                    <a:pt x="281210" y="61459"/>
                    <a:pt x="270373" y="49461"/>
                  </a:cubicBezTo>
                  <a:cubicBezTo>
                    <a:pt x="259536" y="37425"/>
                    <a:pt x="247770" y="0"/>
                    <a:pt x="220215" y="0"/>
                  </a:cubicBezTo>
                  <a:cubicBezTo>
                    <a:pt x="192659" y="0"/>
                    <a:pt x="130581" y="39708"/>
                    <a:pt x="121719" y="58401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1702E539-00E1-6943-5464-390B035981BB}"/>
                </a:ext>
              </a:extLst>
            </p:cNvPr>
            <p:cNvSpPr/>
            <p:nvPr/>
          </p:nvSpPr>
          <p:spPr>
            <a:xfrm>
              <a:off x="10519948" y="5358324"/>
              <a:ext cx="1250234" cy="564800"/>
            </a:xfrm>
            <a:custGeom>
              <a:avLst/>
              <a:gdLst>
                <a:gd name="connsiteX0" fmla="*/ 1250118 w 1250234"/>
                <a:gd name="connsiteY0" fmla="*/ 252386 h 564800"/>
                <a:gd name="connsiteX1" fmla="*/ 1042442 w 1250234"/>
                <a:gd name="connsiteY1" fmla="*/ 39332 h 564800"/>
                <a:gd name="connsiteX2" fmla="*/ 604025 w 1250234"/>
                <a:gd name="connsiteY2" fmla="*/ 591 h 564800"/>
                <a:gd name="connsiteX3" fmla="*/ 198815 w 1250234"/>
                <a:gd name="connsiteY3" fmla="*/ 55625 h 564800"/>
                <a:gd name="connsiteX4" fmla="*/ 81 w 1250234"/>
                <a:gd name="connsiteY4" fmla="*/ 226882 h 564800"/>
                <a:gd name="connsiteX5" fmla="*/ 137627 w 1250234"/>
                <a:gd name="connsiteY5" fmla="*/ 405066 h 564800"/>
                <a:gd name="connsiteX6" fmla="*/ 383153 w 1250234"/>
                <a:gd name="connsiteY6" fmla="*/ 547876 h 564800"/>
                <a:gd name="connsiteX7" fmla="*/ 606076 w 1250234"/>
                <a:gd name="connsiteY7" fmla="*/ 516799 h 564800"/>
                <a:gd name="connsiteX8" fmla="*/ 873508 w 1250234"/>
                <a:gd name="connsiteY8" fmla="*/ 563435 h 564800"/>
                <a:gd name="connsiteX9" fmla="*/ 1048441 w 1250234"/>
                <a:gd name="connsiteY9" fmla="*/ 421940 h 564800"/>
                <a:gd name="connsiteX10" fmla="*/ 1250156 w 1250234"/>
                <a:gd name="connsiteY10" fmla="*/ 252386 h 56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50234" h="564800">
                  <a:moveTo>
                    <a:pt x="1250118" y="252386"/>
                  </a:moveTo>
                  <a:cubicBezTo>
                    <a:pt x="1254529" y="138138"/>
                    <a:pt x="1133353" y="81324"/>
                    <a:pt x="1042442" y="39332"/>
                  </a:cubicBezTo>
                  <a:cubicBezTo>
                    <a:pt x="951531" y="-2660"/>
                    <a:pt x="801444" y="6164"/>
                    <a:pt x="604025" y="591"/>
                  </a:cubicBezTo>
                  <a:cubicBezTo>
                    <a:pt x="406567" y="-4982"/>
                    <a:pt x="285972" y="30043"/>
                    <a:pt x="198815" y="55625"/>
                  </a:cubicBezTo>
                  <a:cubicBezTo>
                    <a:pt x="111658" y="81207"/>
                    <a:pt x="-3481" y="135700"/>
                    <a:pt x="81" y="226882"/>
                  </a:cubicBezTo>
                  <a:cubicBezTo>
                    <a:pt x="3641" y="318064"/>
                    <a:pt x="53992" y="369499"/>
                    <a:pt x="137627" y="405066"/>
                  </a:cubicBezTo>
                  <a:cubicBezTo>
                    <a:pt x="221301" y="440633"/>
                    <a:pt x="266235" y="544974"/>
                    <a:pt x="383153" y="547876"/>
                  </a:cubicBezTo>
                  <a:cubicBezTo>
                    <a:pt x="500072" y="550779"/>
                    <a:pt x="542877" y="521907"/>
                    <a:pt x="606076" y="516799"/>
                  </a:cubicBezTo>
                  <a:cubicBezTo>
                    <a:pt x="669277" y="511651"/>
                    <a:pt x="763826" y="574774"/>
                    <a:pt x="873508" y="563435"/>
                  </a:cubicBezTo>
                  <a:cubicBezTo>
                    <a:pt x="983190" y="552095"/>
                    <a:pt x="1017557" y="449535"/>
                    <a:pt x="1048441" y="421940"/>
                  </a:cubicBezTo>
                  <a:cubicBezTo>
                    <a:pt x="1079286" y="394346"/>
                    <a:pt x="1245744" y="366635"/>
                    <a:pt x="1250156" y="252386"/>
                  </a:cubicBezTo>
                  <a:close/>
                </a:path>
              </a:pathLst>
            </a:custGeom>
            <a:solidFill>
              <a:srgbClr val="4C4E83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CC7B67C-2846-9F41-C473-5F2C62B41014}"/>
                </a:ext>
              </a:extLst>
            </p:cNvPr>
            <p:cNvSpPr/>
            <p:nvPr/>
          </p:nvSpPr>
          <p:spPr>
            <a:xfrm>
              <a:off x="10511862" y="5158742"/>
              <a:ext cx="183383" cy="170473"/>
            </a:xfrm>
            <a:custGeom>
              <a:avLst/>
              <a:gdLst>
                <a:gd name="connsiteX0" fmla="*/ 182906 w 183383"/>
                <a:gd name="connsiteY0" fmla="*/ 153227 h 170473"/>
                <a:gd name="connsiteX1" fmla="*/ 0 w 183383"/>
                <a:gd name="connsiteY1" fmla="*/ 111545 h 170473"/>
                <a:gd name="connsiteX2" fmla="*/ 18848 w 183383"/>
                <a:gd name="connsiteY2" fmla="*/ 32941 h 170473"/>
                <a:gd name="connsiteX3" fmla="*/ 74579 w 183383"/>
                <a:gd name="connsiteY3" fmla="*/ 238 h 170473"/>
                <a:gd name="connsiteX4" fmla="*/ 129264 w 183383"/>
                <a:gd name="connsiteY4" fmla="*/ 34760 h 170473"/>
                <a:gd name="connsiteX5" fmla="*/ 173772 w 183383"/>
                <a:gd name="connsiteY5" fmla="*/ 64755 h 170473"/>
                <a:gd name="connsiteX6" fmla="*/ 182906 w 183383"/>
                <a:gd name="connsiteY6" fmla="*/ 153189 h 170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3383" h="170473">
                  <a:moveTo>
                    <a:pt x="182906" y="153227"/>
                  </a:moveTo>
                  <a:cubicBezTo>
                    <a:pt x="194245" y="209035"/>
                    <a:pt x="0" y="111545"/>
                    <a:pt x="0" y="111545"/>
                  </a:cubicBezTo>
                  <a:cubicBezTo>
                    <a:pt x="0" y="111545"/>
                    <a:pt x="4219" y="55040"/>
                    <a:pt x="18848" y="32941"/>
                  </a:cubicBezTo>
                  <a:cubicBezTo>
                    <a:pt x="33477" y="10842"/>
                    <a:pt x="45979" y="-1929"/>
                    <a:pt x="74579" y="238"/>
                  </a:cubicBezTo>
                  <a:cubicBezTo>
                    <a:pt x="88589" y="1283"/>
                    <a:pt x="119241" y="14016"/>
                    <a:pt x="129264" y="34760"/>
                  </a:cubicBezTo>
                  <a:cubicBezTo>
                    <a:pt x="139289" y="55505"/>
                    <a:pt x="168973" y="48848"/>
                    <a:pt x="173772" y="64755"/>
                  </a:cubicBezTo>
                  <a:cubicBezTo>
                    <a:pt x="183177" y="95948"/>
                    <a:pt x="171605" y="97380"/>
                    <a:pt x="182906" y="153189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6CC2BBC8-1F83-444D-B7BB-AEB53CA26EBF}"/>
                </a:ext>
              </a:extLst>
            </p:cNvPr>
            <p:cNvSpPr/>
            <p:nvPr/>
          </p:nvSpPr>
          <p:spPr>
            <a:xfrm>
              <a:off x="10488349" y="5236283"/>
              <a:ext cx="318505" cy="429917"/>
            </a:xfrm>
            <a:custGeom>
              <a:avLst/>
              <a:gdLst>
                <a:gd name="connsiteX0" fmla="*/ 45418 w 318505"/>
                <a:gd name="connsiteY0" fmla="*/ 417038 h 429917"/>
                <a:gd name="connsiteX1" fmla="*/ 1026 w 318505"/>
                <a:gd name="connsiteY1" fmla="*/ 148679 h 429917"/>
                <a:gd name="connsiteX2" fmla="*/ 17940 w 318505"/>
                <a:gd name="connsiteY2" fmla="*/ 24174 h 429917"/>
                <a:gd name="connsiteX3" fmla="*/ 107457 w 318505"/>
                <a:gd name="connsiteY3" fmla="*/ 450 h 429917"/>
                <a:gd name="connsiteX4" fmla="*/ 198175 w 318505"/>
                <a:gd name="connsiteY4" fmla="*/ 35436 h 429917"/>
                <a:gd name="connsiteX5" fmla="*/ 304296 w 318505"/>
                <a:gd name="connsiteY5" fmla="*/ 191096 h 429917"/>
                <a:gd name="connsiteX6" fmla="*/ 45379 w 318505"/>
                <a:gd name="connsiteY6" fmla="*/ 417038 h 429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8505" h="429917">
                  <a:moveTo>
                    <a:pt x="45418" y="417038"/>
                  </a:moveTo>
                  <a:cubicBezTo>
                    <a:pt x="949" y="345014"/>
                    <a:pt x="-2495" y="242957"/>
                    <a:pt x="1026" y="148679"/>
                  </a:cubicBezTo>
                  <a:cubicBezTo>
                    <a:pt x="2730" y="104016"/>
                    <a:pt x="5748" y="49833"/>
                    <a:pt x="17940" y="24174"/>
                  </a:cubicBezTo>
                  <a:cubicBezTo>
                    <a:pt x="24286" y="10783"/>
                    <a:pt x="68446" y="-2646"/>
                    <a:pt x="107457" y="450"/>
                  </a:cubicBezTo>
                  <a:cubicBezTo>
                    <a:pt x="151539" y="3972"/>
                    <a:pt x="191015" y="25529"/>
                    <a:pt x="198175" y="35436"/>
                  </a:cubicBezTo>
                  <a:cubicBezTo>
                    <a:pt x="211644" y="54091"/>
                    <a:pt x="250191" y="160482"/>
                    <a:pt x="304296" y="191096"/>
                  </a:cubicBezTo>
                  <a:cubicBezTo>
                    <a:pt x="386112" y="237345"/>
                    <a:pt x="89847" y="489102"/>
                    <a:pt x="45379" y="417038"/>
                  </a:cubicBezTo>
                  <a:close/>
                </a:path>
              </a:pathLst>
            </a:custGeom>
            <a:solidFill>
              <a:srgbClr val="4C4E83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5C3128D-214C-45B0-03AF-7006246E8F69}"/>
                </a:ext>
              </a:extLst>
            </p:cNvPr>
            <p:cNvSpPr/>
            <p:nvPr/>
          </p:nvSpPr>
          <p:spPr>
            <a:xfrm>
              <a:off x="11351332" y="6214539"/>
              <a:ext cx="276425" cy="359700"/>
            </a:xfrm>
            <a:custGeom>
              <a:avLst/>
              <a:gdLst>
                <a:gd name="connsiteX0" fmla="*/ 84889 w 276425"/>
                <a:gd name="connsiteY0" fmla="*/ 85338 h 359700"/>
                <a:gd name="connsiteX1" fmla="*/ 92 w 276425"/>
                <a:gd name="connsiteY1" fmla="*/ 185847 h 359700"/>
                <a:gd name="connsiteX2" fmla="*/ 26604 w 276425"/>
                <a:gd name="connsiteY2" fmla="*/ 192581 h 359700"/>
                <a:gd name="connsiteX3" fmla="*/ 76684 w 276425"/>
                <a:gd name="connsiteY3" fmla="*/ 152177 h 359700"/>
                <a:gd name="connsiteX4" fmla="*/ 124404 w 276425"/>
                <a:gd name="connsiteY4" fmla="*/ 136386 h 359700"/>
                <a:gd name="connsiteX5" fmla="*/ 177696 w 276425"/>
                <a:gd name="connsiteY5" fmla="*/ 169360 h 359700"/>
                <a:gd name="connsiteX6" fmla="*/ 200685 w 276425"/>
                <a:gd name="connsiteY6" fmla="*/ 259884 h 359700"/>
                <a:gd name="connsiteX7" fmla="*/ 132840 w 276425"/>
                <a:gd name="connsiteY7" fmla="*/ 325136 h 359700"/>
                <a:gd name="connsiteX8" fmla="*/ 111322 w 276425"/>
                <a:gd name="connsiteY8" fmla="*/ 357026 h 359700"/>
                <a:gd name="connsiteX9" fmla="*/ 177077 w 276425"/>
                <a:gd name="connsiteY9" fmla="*/ 346693 h 359700"/>
                <a:gd name="connsiteX10" fmla="*/ 238071 w 276425"/>
                <a:gd name="connsiteY10" fmla="*/ 271185 h 359700"/>
                <a:gd name="connsiteX11" fmla="*/ 264699 w 276425"/>
                <a:gd name="connsiteY11" fmla="*/ 139172 h 359700"/>
                <a:gd name="connsiteX12" fmla="*/ 276425 w 276425"/>
                <a:gd name="connsiteY12" fmla="*/ 34832 h 359700"/>
                <a:gd name="connsiteX13" fmla="*/ 180986 w 276425"/>
                <a:gd name="connsiteY13" fmla="*/ 0 h 359700"/>
                <a:gd name="connsiteX14" fmla="*/ 148940 w 276425"/>
                <a:gd name="connsiteY14" fmla="*/ 42030 h 359700"/>
                <a:gd name="connsiteX15" fmla="*/ 84889 w 276425"/>
                <a:gd name="connsiteY15" fmla="*/ 85299 h 35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6425" h="359700">
                  <a:moveTo>
                    <a:pt x="84889" y="85338"/>
                  </a:moveTo>
                  <a:cubicBezTo>
                    <a:pt x="71614" y="96678"/>
                    <a:pt x="1602" y="171025"/>
                    <a:pt x="92" y="185847"/>
                  </a:cubicBezTo>
                  <a:cubicBezTo>
                    <a:pt x="-1378" y="200670"/>
                    <a:pt x="15032" y="198387"/>
                    <a:pt x="26604" y="192581"/>
                  </a:cubicBezTo>
                  <a:cubicBezTo>
                    <a:pt x="38137" y="186776"/>
                    <a:pt x="58765" y="166574"/>
                    <a:pt x="76684" y="152177"/>
                  </a:cubicBezTo>
                  <a:cubicBezTo>
                    <a:pt x="94565" y="137779"/>
                    <a:pt x="112135" y="134296"/>
                    <a:pt x="124404" y="136386"/>
                  </a:cubicBezTo>
                  <a:cubicBezTo>
                    <a:pt x="136672" y="138476"/>
                    <a:pt x="168215" y="156743"/>
                    <a:pt x="177696" y="169360"/>
                  </a:cubicBezTo>
                  <a:cubicBezTo>
                    <a:pt x="187178" y="181977"/>
                    <a:pt x="204517" y="217080"/>
                    <a:pt x="200685" y="259884"/>
                  </a:cubicBezTo>
                  <a:cubicBezTo>
                    <a:pt x="196815" y="302688"/>
                    <a:pt x="161635" y="316467"/>
                    <a:pt x="132840" y="325136"/>
                  </a:cubicBezTo>
                  <a:cubicBezTo>
                    <a:pt x="104085" y="333805"/>
                    <a:pt x="105478" y="352769"/>
                    <a:pt x="111322" y="357026"/>
                  </a:cubicBezTo>
                  <a:cubicBezTo>
                    <a:pt x="117166" y="361283"/>
                    <a:pt x="149018" y="362135"/>
                    <a:pt x="177077" y="346693"/>
                  </a:cubicBezTo>
                  <a:cubicBezTo>
                    <a:pt x="205136" y="331251"/>
                    <a:pt x="231067" y="304895"/>
                    <a:pt x="238071" y="271185"/>
                  </a:cubicBezTo>
                  <a:cubicBezTo>
                    <a:pt x="245076" y="237514"/>
                    <a:pt x="263499" y="171682"/>
                    <a:pt x="264699" y="139172"/>
                  </a:cubicBezTo>
                  <a:cubicBezTo>
                    <a:pt x="265899" y="106663"/>
                    <a:pt x="276425" y="34832"/>
                    <a:pt x="276425" y="34832"/>
                  </a:cubicBezTo>
                  <a:lnTo>
                    <a:pt x="180986" y="0"/>
                  </a:lnTo>
                  <a:cubicBezTo>
                    <a:pt x="180986" y="0"/>
                    <a:pt x="169956" y="29762"/>
                    <a:pt x="148940" y="42030"/>
                  </a:cubicBezTo>
                  <a:cubicBezTo>
                    <a:pt x="127886" y="54299"/>
                    <a:pt x="98202" y="73998"/>
                    <a:pt x="84889" y="85299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2AD3C2A-1941-DCC8-38AA-275E7BDBA51E}"/>
                </a:ext>
              </a:extLst>
            </p:cNvPr>
            <p:cNvSpPr/>
            <p:nvPr/>
          </p:nvSpPr>
          <p:spPr>
            <a:xfrm>
              <a:off x="11515561" y="6168136"/>
              <a:ext cx="151866" cy="106499"/>
            </a:xfrm>
            <a:custGeom>
              <a:avLst/>
              <a:gdLst>
                <a:gd name="connsiteX0" fmla="*/ 20666 w 151866"/>
                <a:gd name="connsiteY0" fmla="*/ 0 h 106499"/>
                <a:gd name="connsiteX1" fmla="*/ 0 w 151866"/>
                <a:gd name="connsiteY1" fmla="*/ 58982 h 106499"/>
                <a:gd name="connsiteX2" fmla="*/ 117770 w 151866"/>
                <a:gd name="connsiteY2" fmla="*/ 105386 h 106499"/>
                <a:gd name="connsiteX3" fmla="*/ 151867 w 151866"/>
                <a:gd name="connsiteY3" fmla="*/ 36032 h 106499"/>
                <a:gd name="connsiteX4" fmla="*/ 20666 w 151866"/>
                <a:gd name="connsiteY4" fmla="*/ 0 h 106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66" h="106499">
                  <a:moveTo>
                    <a:pt x="20666" y="0"/>
                  </a:moveTo>
                  <a:cubicBezTo>
                    <a:pt x="20666" y="0"/>
                    <a:pt x="0" y="48378"/>
                    <a:pt x="0" y="58982"/>
                  </a:cubicBezTo>
                  <a:cubicBezTo>
                    <a:pt x="0" y="69586"/>
                    <a:pt x="107514" y="114055"/>
                    <a:pt x="117770" y="105386"/>
                  </a:cubicBezTo>
                  <a:cubicBezTo>
                    <a:pt x="128026" y="96716"/>
                    <a:pt x="151867" y="36032"/>
                    <a:pt x="151867" y="36032"/>
                  </a:cubicBezTo>
                  <a:lnTo>
                    <a:pt x="20666" y="0"/>
                  </a:lnTo>
                  <a:close/>
                </a:path>
              </a:pathLst>
            </a:custGeom>
            <a:solidFill>
              <a:srgbClr val="4C4E83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8956736-68F4-EC02-C09F-37D34E778107}"/>
                </a:ext>
              </a:extLst>
            </p:cNvPr>
            <p:cNvSpPr/>
            <p:nvPr/>
          </p:nvSpPr>
          <p:spPr>
            <a:xfrm rot="16753201">
              <a:off x="11356723" y="6368367"/>
              <a:ext cx="203650" cy="203650"/>
            </a:xfrm>
            <a:custGeom>
              <a:avLst/>
              <a:gdLst>
                <a:gd name="connsiteX0" fmla="*/ 203650 w 203650"/>
                <a:gd name="connsiteY0" fmla="*/ 101825 h 203650"/>
                <a:gd name="connsiteX1" fmla="*/ 101825 w 203650"/>
                <a:gd name="connsiteY1" fmla="*/ 203650 h 203650"/>
                <a:gd name="connsiteX2" fmla="*/ 0 w 203650"/>
                <a:gd name="connsiteY2" fmla="*/ 101825 h 203650"/>
                <a:gd name="connsiteX3" fmla="*/ 101825 w 203650"/>
                <a:gd name="connsiteY3" fmla="*/ 0 h 203650"/>
                <a:gd name="connsiteX4" fmla="*/ 203650 w 203650"/>
                <a:gd name="connsiteY4" fmla="*/ 101825 h 203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650" h="203650">
                  <a:moveTo>
                    <a:pt x="203650" y="101825"/>
                  </a:moveTo>
                  <a:cubicBezTo>
                    <a:pt x="203650" y="158061"/>
                    <a:pt x="158062" y="203650"/>
                    <a:pt x="101825" y="203650"/>
                  </a:cubicBezTo>
                  <a:cubicBezTo>
                    <a:pt x="45589" y="203650"/>
                    <a:pt x="0" y="158061"/>
                    <a:pt x="0" y="101825"/>
                  </a:cubicBezTo>
                  <a:cubicBezTo>
                    <a:pt x="0" y="45588"/>
                    <a:pt x="45588" y="0"/>
                    <a:pt x="101825" y="0"/>
                  </a:cubicBezTo>
                  <a:cubicBezTo>
                    <a:pt x="158061" y="0"/>
                    <a:pt x="203650" y="45588"/>
                    <a:pt x="203650" y="101825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4846799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1CBDE360-887C-136C-BA7D-5CDBCF725FD3}"/>
                </a:ext>
              </a:extLst>
            </p:cNvPr>
            <p:cNvSpPr/>
            <p:nvPr/>
          </p:nvSpPr>
          <p:spPr>
            <a:xfrm>
              <a:off x="11381767" y="6393459"/>
              <a:ext cx="152718" cy="152718"/>
            </a:xfrm>
            <a:custGeom>
              <a:avLst/>
              <a:gdLst>
                <a:gd name="connsiteX0" fmla="*/ 152718 w 152718"/>
                <a:gd name="connsiteY0" fmla="*/ 76359 h 152718"/>
                <a:gd name="connsiteX1" fmla="*/ 76359 w 152718"/>
                <a:gd name="connsiteY1" fmla="*/ 152718 h 152718"/>
                <a:gd name="connsiteX2" fmla="*/ 0 w 152718"/>
                <a:gd name="connsiteY2" fmla="*/ 76359 h 152718"/>
                <a:gd name="connsiteX3" fmla="*/ 76359 w 152718"/>
                <a:gd name="connsiteY3" fmla="*/ 0 h 152718"/>
                <a:gd name="connsiteX4" fmla="*/ 152718 w 152718"/>
                <a:gd name="connsiteY4" fmla="*/ 76359 h 152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718" h="152718">
                  <a:moveTo>
                    <a:pt x="152718" y="76359"/>
                  </a:moveTo>
                  <a:cubicBezTo>
                    <a:pt x="152718" y="118531"/>
                    <a:pt x="118531" y="152718"/>
                    <a:pt x="76359" y="152718"/>
                  </a:cubicBezTo>
                  <a:cubicBezTo>
                    <a:pt x="34187" y="152718"/>
                    <a:pt x="0" y="118531"/>
                    <a:pt x="0" y="76359"/>
                  </a:cubicBezTo>
                  <a:cubicBezTo>
                    <a:pt x="0" y="34187"/>
                    <a:pt x="34187" y="0"/>
                    <a:pt x="76359" y="0"/>
                  </a:cubicBezTo>
                  <a:cubicBezTo>
                    <a:pt x="118531" y="0"/>
                    <a:pt x="152718" y="34187"/>
                    <a:pt x="152718" y="76359"/>
                  </a:cubicBezTo>
                  <a:close/>
                </a:path>
              </a:pathLst>
            </a:custGeom>
            <a:solidFill>
              <a:srgbClr val="C9C9C9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B0F7A7D-C4D1-61ED-EEB0-CFE79FE2E0D6}"/>
                </a:ext>
              </a:extLst>
            </p:cNvPr>
            <p:cNvSpPr/>
            <p:nvPr/>
          </p:nvSpPr>
          <p:spPr>
            <a:xfrm>
              <a:off x="11370583" y="6382274"/>
              <a:ext cx="143894" cy="143894"/>
            </a:xfrm>
            <a:custGeom>
              <a:avLst/>
              <a:gdLst>
                <a:gd name="connsiteX0" fmla="*/ 143894 w 143894"/>
                <a:gd name="connsiteY0" fmla="*/ 71947 h 143894"/>
                <a:gd name="connsiteX1" fmla="*/ 71947 w 143894"/>
                <a:gd name="connsiteY1" fmla="*/ 143894 h 143894"/>
                <a:gd name="connsiteX2" fmla="*/ 0 w 143894"/>
                <a:gd name="connsiteY2" fmla="*/ 71947 h 143894"/>
                <a:gd name="connsiteX3" fmla="*/ 71947 w 143894"/>
                <a:gd name="connsiteY3" fmla="*/ 0 h 143894"/>
                <a:gd name="connsiteX4" fmla="*/ 143894 w 143894"/>
                <a:gd name="connsiteY4" fmla="*/ 71947 h 143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894" h="143894">
                  <a:moveTo>
                    <a:pt x="143894" y="71947"/>
                  </a:moveTo>
                  <a:cubicBezTo>
                    <a:pt x="143894" y="111683"/>
                    <a:pt x="111683" y="143894"/>
                    <a:pt x="71947" y="143894"/>
                  </a:cubicBezTo>
                  <a:cubicBezTo>
                    <a:pt x="32211" y="143894"/>
                    <a:pt x="0" y="111683"/>
                    <a:pt x="0" y="71947"/>
                  </a:cubicBezTo>
                  <a:cubicBezTo>
                    <a:pt x="0" y="32212"/>
                    <a:pt x="32211" y="0"/>
                    <a:pt x="71947" y="0"/>
                  </a:cubicBezTo>
                  <a:cubicBezTo>
                    <a:pt x="111683" y="0"/>
                    <a:pt x="143894" y="32212"/>
                    <a:pt x="143894" y="71947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58E0A19B-DECE-44EB-4925-AB6216C4FF26}"/>
                </a:ext>
              </a:extLst>
            </p:cNvPr>
            <p:cNvSpPr/>
            <p:nvPr/>
          </p:nvSpPr>
          <p:spPr>
            <a:xfrm>
              <a:off x="11525623" y="5533347"/>
              <a:ext cx="267365" cy="697568"/>
            </a:xfrm>
            <a:custGeom>
              <a:avLst/>
              <a:gdLst>
                <a:gd name="connsiteX0" fmla="*/ 0 w 267365"/>
                <a:gd name="connsiteY0" fmla="*/ 632351 h 697568"/>
                <a:gd name="connsiteX1" fmla="*/ 42534 w 267365"/>
                <a:gd name="connsiteY1" fmla="*/ 446929 h 697568"/>
                <a:gd name="connsiteX2" fmla="*/ 32394 w 267365"/>
                <a:gd name="connsiteY2" fmla="*/ 242853 h 697568"/>
                <a:gd name="connsiteX3" fmla="*/ 98265 w 267365"/>
                <a:gd name="connsiteY3" fmla="*/ 68075 h 697568"/>
                <a:gd name="connsiteX4" fmla="*/ 232561 w 267365"/>
                <a:gd name="connsiteY4" fmla="*/ 13815 h 697568"/>
                <a:gd name="connsiteX5" fmla="*/ 262826 w 267365"/>
                <a:gd name="connsiteY5" fmla="*/ 396578 h 697568"/>
                <a:gd name="connsiteX6" fmla="*/ 145869 w 267365"/>
                <a:gd name="connsiteY6" fmla="*/ 691565 h 697568"/>
                <a:gd name="connsiteX7" fmla="*/ 0 w 267365"/>
                <a:gd name="connsiteY7" fmla="*/ 632428 h 697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7365" h="697568">
                  <a:moveTo>
                    <a:pt x="0" y="632351"/>
                  </a:moveTo>
                  <a:cubicBezTo>
                    <a:pt x="-39" y="597944"/>
                    <a:pt x="38973" y="496661"/>
                    <a:pt x="42534" y="446929"/>
                  </a:cubicBezTo>
                  <a:cubicBezTo>
                    <a:pt x="46095" y="397197"/>
                    <a:pt x="32394" y="242853"/>
                    <a:pt x="32394" y="242853"/>
                  </a:cubicBezTo>
                  <a:cubicBezTo>
                    <a:pt x="32394" y="242853"/>
                    <a:pt x="44391" y="132978"/>
                    <a:pt x="98265" y="68075"/>
                  </a:cubicBezTo>
                  <a:cubicBezTo>
                    <a:pt x="143934" y="13079"/>
                    <a:pt x="219440" y="-20359"/>
                    <a:pt x="232561" y="13815"/>
                  </a:cubicBezTo>
                  <a:cubicBezTo>
                    <a:pt x="261200" y="88278"/>
                    <a:pt x="275249" y="327185"/>
                    <a:pt x="262826" y="396578"/>
                  </a:cubicBezTo>
                  <a:cubicBezTo>
                    <a:pt x="250364" y="465932"/>
                    <a:pt x="172960" y="668653"/>
                    <a:pt x="145869" y="691565"/>
                  </a:cubicBezTo>
                  <a:cubicBezTo>
                    <a:pt x="118777" y="714476"/>
                    <a:pt x="78" y="666834"/>
                    <a:pt x="0" y="632428"/>
                  </a:cubicBezTo>
                  <a:close/>
                </a:path>
              </a:pathLst>
            </a:custGeom>
            <a:solidFill>
              <a:srgbClr val="4C4E83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F64E0E0-FDDD-36A9-2D1F-2E02BC5255E8}"/>
                </a:ext>
              </a:extLst>
            </p:cNvPr>
            <p:cNvSpPr/>
            <p:nvPr/>
          </p:nvSpPr>
          <p:spPr>
            <a:xfrm>
              <a:off x="10647129" y="5480207"/>
              <a:ext cx="991697" cy="291580"/>
            </a:xfrm>
            <a:custGeom>
              <a:avLst/>
              <a:gdLst>
                <a:gd name="connsiteX0" fmla="*/ 500 w 991697"/>
                <a:gd name="connsiteY0" fmla="*/ 134683 h 291580"/>
                <a:gd name="connsiteX1" fmla="*/ 450836 w 991697"/>
                <a:gd name="connsiteY1" fmla="*/ 0 h 291580"/>
                <a:gd name="connsiteX2" fmla="*/ 991697 w 991697"/>
                <a:gd name="connsiteY2" fmla="*/ 145791 h 291580"/>
                <a:gd name="connsiteX3" fmla="*/ 498517 w 991697"/>
                <a:gd name="connsiteY3" fmla="*/ 291581 h 291580"/>
                <a:gd name="connsiteX4" fmla="*/ 500 w 991697"/>
                <a:gd name="connsiteY4" fmla="*/ 134683 h 29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1697" h="291580">
                  <a:moveTo>
                    <a:pt x="500" y="134683"/>
                  </a:moveTo>
                  <a:cubicBezTo>
                    <a:pt x="-11343" y="27750"/>
                    <a:pt x="188669" y="0"/>
                    <a:pt x="450836" y="0"/>
                  </a:cubicBezTo>
                  <a:cubicBezTo>
                    <a:pt x="713004" y="0"/>
                    <a:pt x="991156" y="25350"/>
                    <a:pt x="991697" y="145791"/>
                  </a:cubicBezTo>
                  <a:cubicBezTo>
                    <a:pt x="992239" y="266231"/>
                    <a:pt x="645198" y="291581"/>
                    <a:pt x="498517" y="291581"/>
                  </a:cubicBezTo>
                  <a:cubicBezTo>
                    <a:pt x="351837" y="291581"/>
                    <a:pt x="12381" y="241617"/>
                    <a:pt x="500" y="134683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05597BCD-A102-2DF1-977B-06687214D575}"/>
                </a:ext>
              </a:extLst>
            </p:cNvPr>
            <p:cNvSpPr/>
            <p:nvPr/>
          </p:nvSpPr>
          <p:spPr>
            <a:xfrm>
              <a:off x="10702126" y="5241184"/>
              <a:ext cx="885731" cy="747374"/>
            </a:xfrm>
            <a:custGeom>
              <a:avLst/>
              <a:gdLst>
                <a:gd name="connsiteX0" fmla="*/ 154610 w 885731"/>
                <a:gd name="connsiteY0" fmla="*/ 489038 h 747374"/>
                <a:gd name="connsiteX1" fmla="*/ 33 w 885731"/>
                <a:gd name="connsiteY1" fmla="*/ 317201 h 747374"/>
                <a:gd name="connsiteX2" fmla="*/ 30609 w 885731"/>
                <a:gd name="connsiteY2" fmla="*/ 232367 h 747374"/>
                <a:gd name="connsiteX3" fmla="*/ 71013 w 885731"/>
                <a:gd name="connsiteY3" fmla="*/ 100547 h 747374"/>
                <a:gd name="connsiteX4" fmla="*/ 187468 w 885731"/>
                <a:gd name="connsiteY4" fmla="*/ 72721 h 747374"/>
                <a:gd name="connsiteX5" fmla="*/ 295408 w 885731"/>
                <a:gd name="connsiteY5" fmla="*/ 1973 h 747374"/>
                <a:gd name="connsiteX6" fmla="*/ 429394 w 885731"/>
                <a:gd name="connsiteY6" fmla="*/ 59098 h 747374"/>
                <a:gd name="connsiteX7" fmla="*/ 576346 w 885731"/>
                <a:gd name="connsiteY7" fmla="*/ 11184 h 747374"/>
                <a:gd name="connsiteX8" fmla="*/ 665089 w 885731"/>
                <a:gd name="connsiteY8" fmla="*/ 88202 h 747374"/>
                <a:gd name="connsiteX9" fmla="*/ 792187 w 885731"/>
                <a:gd name="connsiteY9" fmla="*/ 106275 h 747374"/>
                <a:gd name="connsiteX10" fmla="*/ 843776 w 885731"/>
                <a:gd name="connsiteY10" fmla="*/ 218279 h 747374"/>
                <a:gd name="connsiteX11" fmla="*/ 880892 w 885731"/>
                <a:gd name="connsiteY11" fmla="*/ 312557 h 747374"/>
                <a:gd name="connsiteX12" fmla="*/ 742339 w 885731"/>
                <a:gd name="connsiteY12" fmla="*/ 466165 h 747374"/>
                <a:gd name="connsiteX13" fmla="*/ 442824 w 885731"/>
                <a:gd name="connsiteY13" fmla="*/ 747374 h 747374"/>
                <a:gd name="connsiteX14" fmla="*/ 154533 w 885731"/>
                <a:gd name="connsiteY14" fmla="*/ 489000 h 747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85731" h="747374">
                  <a:moveTo>
                    <a:pt x="154610" y="489038"/>
                  </a:moveTo>
                  <a:cubicBezTo>
                    <a:pt x="107432" y="419336"/>
                    <a:pt x="731" y="361670"/>
                    <a:pt x="33" y="317201"/>
                  </a:cubicBezTo>
                  <a:cubicBezTo>
                    <a:pt x="-624" y="272771"/>
                    <a:pt x="8394" y="287246"/>
                    <a:pt x="30609" y="232367"/>
                  </a:cubicBezTo>
                  <a:cubicBezTo>
                    <a:pt x="52823" y="177487"/>
                    <a:pt x="11219" y="114519"/>
                    <a:pt x="71013" y="100547"/>
                  </a:cubicBezTo>
                  <a:cubicBezTo>
                    <a:pt x="130808" y="86576"/>
                    <a:pt x="158403" y="115138"/>
                    <a:pt x="187468" y="72721"/>
                  </a:cubicBezTo>
                  <a:cubicBezTo>
                    <a:pt x="216533" y="30303"/>
                    <a:pt x="233562" y="-9405"/>
                    <a:pt x="295408" y="1973"/>
                  </a:cubicBezTo>
                  <a:cubicBezTo>
                    <a:pt x="357253" y="13352"/>
                    <a:pt x="357873" y="59601"/>
                    <a:pt x="429394" y="59098"/>
                  </a:cubicBezTo>
                  <a:cubicBezTo>
                    <a:pt x="500916" y="58594"/>
                    <a:pt x="532341" y="-4064"/>
                    <a:pt x="576346" y="11184"/>
                  </a:cubicBezTo>
                  <a:cubicBezTo>
                    <a:pt x="620350" y="26433"/>
                    <a:pt x="625110" y="67534"/>
                    <a:pt x="665089" y="88202"/>
                  </a:cubicBezTo>
                  <a:cubicBezTo>
                    <a:pt x="705069" y="108868"/>
                    <a:pt x="757897" y="82628"/>
                    <a:pt x="792187" y="106275"/>
                  </a:cubicBezTo>
                  <a:cubicBezTo>
                    <a:pt x="826477" y="129961"/>
                    <a:pt x="803798" y="190452"/>
                    <a:pt x="843776" y="218279"/>
                  </a:cubicBezTo>
                  <a:cubicBezTo>
                    <a:pt x="883756" y="246106"/>
                    <a:pt x="892735" y="280628"/>
                    <a:pt x="880892" y="312557"/>
                  </a:cubicBezTo>
                  <a:cubicBezTo>
                    <a:pt x="869088" y="344448"/>
                    <a:pt x="842809" y="381795"/>
                    <a:pt x="742339" y="466165"/>
                  </a:cubicBezTo>
                  <a:cubicBezTo>
                    <a:pt x="641868" y="550536"/>
                    <a:pt x="605179" y="747374"/>
                    <a:pt x="442824" y="747374"/>
                  </a:cubicBezTo>
                  <a:cubicBezTo>
                    <a:pt x="280469" y="747374"/>
                    <a:pt x="173109" y="516440"/>
                    <a:pt x="154533" y="489000"/>
                  </a:cubicBez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49D84235-8AEE-5364-EB81-79CDEEB9EF7D}"/>
                </a:ext>
              </a:extLst>
            </p:cNvPr>
            <p:cNvSpPr/>
            <p:nvPr/>
          </p:nvSpPr>
          <p:spPr>
            <a:xfrm>
              <a:off x="10855164" y="5508485"/>
              <a:ext cx="321345" cy="387207"/>
            </a:xfrm>
            <a:custGeom>
              <a:avLst/>
              <a:gdLst>
                <a:gd name="connsiteX0" fmla="*/ 9776 w 321345"/>
                <a:gd name="connsiteY0" fmla="*/ 38947 h 387207"/>
                <a:gd name="connsiteX1" fmla="*/ 112491 w 321345"/>
                <a:gd name="connsiteY1" fmla="*/ 244107 h 387207"/>
                <a:gd name="connsiteX2" fmla="*/ 234635 w 321345"/>
                <a:gd name="connsiteY2" fmla="*/ 387111 h 387207"/>
                <a:gd name="connsiteX3" fmla="*/ 305769 w 321345"/>
                <a:gd name="connsiteY3" fmla="*/ 100600 h 387207"/>
                <a:gd name="connsiteX4" fmla="*/ 9737 w 321345"/>
                <a:gd name="connsiteY4" fmla="*/ 38947 h 387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345" h="387207">
                  <a:moveTo>
                    <a:pt x="9776" y="38947"/>
                  </a:moveTo>
                  <a:cubicBezTo>
                    <a:pt x="-30242" y="99439"/>
                    <a:pt x="62295" y="161323"/>
                    <a:pt x="112491" y="244107"/>
                  </a:cubicBezTo>
                  <a:cubicBezTo>
                    <a:pt x="152780" y="310481"/>
                    <a:pt x="190824" y="385021"/>
                    <a:pt x="234635" y="387111"/>
                  </a:cubicBezTo>
                  <a:cubicBezTo>
                    <a:pt x="333054" y="391871"/>
                    <a:pt x="333054" y="220383"/>
                    <a:pt x="305769" y="100600"/>
                  </a:cubicBezTo>
                  <a:cubicBezTo>
                    <a:pt x="278484" y="-19183"/>
                    <a:pt x="49756" y="-21544"/>
                    <a:pt x="9737" y="38947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941318E5-4915-4929-A918-817B14E4B89B}"/>
              </a:ext>
            </a:extLst>
          </p:cNvPr>
          <p:cNvGrpSpPr/>
          <p:nvPr/>
        </p:nvGrpSpPr>
        <p:grpSpPr>
          <a:xfrm>
            <a:off x="6337010" y="4948406"/>
            <a:ext cx="1492172" cy="1826418"/>
            <a:chOff x="6337010" y="4948406"/>
            <a:chExt cx="1492172" cy="1826418"/>
          </a:xfrm>
        </p:grpSpPr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BDA339EF-3929-0B04-E195-20E6D32E0259}"/>
                </a:ext>
              </a:extLst>
            </p:cNvPr>
            <p:cNvSpPr/>
            <p:nvPr/>
          </p:nvSpPr>
          <p:spPr>
            <a:xfrm>
              <a:off x="7638345" y="6108728"/>
              <a:ext cx="190837" cy="461001"/>
            </a:xfrm>
            <a:custGeom>
              <a:avLst/>
              <a:gdLst>
                <a:gd name="connsiteX0" fmla="*/ 44515 w 190837"/>
                <a:gd name="connsiteY0" fmla="*/ 111771 h 461001"/>
                <a:gd name="connsiteX1" fmla="*/ 8 w 190837"/>
                <a:gd name="connsiteY1" fmla="*/ 271998 h 461001"/>
                <a:gd name="connsiteX2" fmla="*/ 31163 w 190837"/>
                <a:gd name="connsiteY2" fmla="*/ 402617 h 461001"/>
                <a:gd name="connsiteX3" fmla="*/ 49817 w 190837"/>
                <a:gd name="connsiteY3" fmla="*/ 345261 h 461001"/>
                <a:gd name="connsiteX4" fmla="*/ 61467 w 190837"/>
                <a:gd name="connsiteY4" fmla="*/ 296109 h 461001"/>
                <a:gd name="connsiteX5" fmla="*/ 68201 w 190837"/>
                <a:gd name="connsiteY5" fmla="*/ 368559 h 461001"/>
                <a:gd name="connsiteX6" fmla="*/ 31318 w 190837"/>
                <a:gd name="connsiteY6" fmla="*/ 459006 h 461001"/>
                <a:gd name="connsiteX7" fmla="*/ 102800 w 190837"/>
                <a:gd name="connsiteY7" fmla="*/ 424135 h 461001"/>
                <a:gd name="connsiteX8" fmla="*/ 146689 w 190837"/>
                <a:gd name="connsiteY8" fmla="*/ 409351 h 461001"/>
                <a:gd name="connsiteX9" fmla="*/ 190615 w 190837"/>
                <a:gd name="connsiteY9" fmla="*/ 278268 h 461001"/>
                <a:gd name="connsiteX10" fmla="*/ 153229 w 190837"/>
                <a:gd name="connsiteY10" fmla="*/ 135341 h 461001"/>
                <a:gd name="connsiteX11" fmla="*/ 151681 w 190837"/>
                <a:gd name="connsiteY11" fmla="*/ 11881 h 461001"/>
                <a:gd name="connsiteX12" fmla="*/ 46992 w 190837"/>
                <a:gd name="connsiteY12" fmla="*/ 0 h 461001"/>
                <a:gd name="connsiteX13" fmla="*/ 44438 w 190837"/>
                <a:gd name="connsiteY13" fmla="*/ 111810 h 461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0837" h="461001">
                  <a:moveTo>
                    <a:pt x="44515" y="111771"/>
                  </a:moveTo>
                  <a:cubicBezTo>
                    <a:pt x="45753" y="146410"/>
                    <a:pt x="-689" y="238482"/>
                    <a:pt x="8" y="271998"/>
                  </a:cubicBezTo>
                  <a:cubicBezTo>
                    <a:pt x="665" y="305475"/>
                    <a:pt x="12315" y="401727"/>
                    <a:pt x="31163" y="402617"/>
                  </a:cubicBezTo>
                  <a:cubicBezTo>
                    <a:pt x="50010" y="403507"/>
                    <a:pt x="47921" y="378119"/>
                    <a:pt x="49817" y="345261"/>
                  </a:cubicBezTo>
                  <a:cubicBezTo>
                    <a:pt x="51365" y="318247"/>
                    <a:pt x="58525" y="293787"/>
                    <a:pt x="61467" y="296109"/>
                  </a:cubicBezTo>
                  <a:cubicBezTo>
                    <a:pt x="68007" y="301334"/>
                    <a:pt x="74199" y="347660"/>
                    <a:pt x="68201" y="368559"/>
                  </a:cubicBezTo>
                  <a:cubicBezTo>
                    <a:pt x="62240" y="389459"/>
                    <a:pt x="12625" y="446892"/>
                    <a:pt x="31318" y="459006"/>
                  </a:cubicBezTo>
                  <a:cubicBezTo>
                    <a:pt x="50010" y="471120"/>
                    <a:pt x="102800" y="424135"/>
                    <a:pt x="102800" y="424135"/>
                  </a:cubicBezTo>
                  <a:cubicBezTo>
                    <a:pt x="102800" y="424135"/>
                    <a:pt x="120642" y="436675"/>
                    <a:pt x="146689" y="409351"/>
                  </a:cubicBezTo>
                  <a:cubicBezTo>
                    <a:pt x="172735" y="382028"/>
                    <a:pt x="193208" y="302224"/>
                    <a:pt x="190615" y="278268"/>
                  </a:cubicBezTo>
                  <a:cubicBezTo>
                    <a:pt x="188022" y="254311"/>
                    <a:pt x="156287" y="145442"/>
                    <a:pt x="153229" y="135341"/>
                  </a:cubicBezTo>
                  <a:lnTo>
                    <a:pt x="151681" y="11881"/>
                  </a:lnTo>
                  <a:lnTo>
                    <a:pt x="46992" y="0"/>
                  </a:lnTo>
                  <a:cubicBezTo>
                    <a:pt x="46992" y="0"/>
                    <a:pt x="43238" y="77172"/>
                    <a:pt x="44438" y="111810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93A1D12-7443-9866-EC36-D1C71FAF40FC}"/>
                </a:ext>
              </a:extLst>
            </p:cNvPr>
            <p:cNvSpPr/>
            <p:nvPr/>
          </p:nvSpPr>
          <p:spPr>
            <a:xfrm>
              <a:off x="7497825" y="5480791"/>
              <a:ext cx="316228" cy="721800"/>
            </a:xfrm>
            <a:custGeom>
              <a:avLst/>
              <a:gdLst>
                <a:gd name="connsiteX0" fmla="*/ 218744 w 316228"/>
                <a:gd name="connsiteY0" fmla="*/ 25192 h 721800"/>
                <a:gd name="connsiteX1" fmla="*/ 314764 w 316228"/>
                <a:gd name="connsiteY1" fmla="*/ 435162 h 721800"/>
                <a:gd name="connsiteX2" fmla="*/ 312248 w 316228"/>
                <a:gd name="connsiteY2" fmla="*/ 704335 h 721800"/>
                <a:gd name="connsiteX3" fmla="*/ 149583 w 316228"/>
                <a:gd name="connsiteY3" fmla="*/ 707315 h 721800"/>
                <a:gd name="connsiteX4" fmla="*/ 89828 w 316228"/>
                <a:gd name="connsiteY4" fmla="*/ 419062 h 721800"/>
                <a:gd name="connsiteX5" fmla="*/ 0 w 316228"/>
                <a:gd name="connsiteY5" fmla="*/ 248309 h 721800"/>
                <a:gd name="connsiteX6" fmla="*/ 218705 w 316228"/>
                <a:gd name="connsiteY6" fmla="*/ 25192 h 72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6228" h="721800">
                  <a:moveTo>
                    <a:pt x="218744" y="25192"/>
                  </a:moveTo>
                  <a:cubicBezTo>
                    <a:pt x="302843" y="144355"/>
                    <a:pt x="314764" y="420920"/>
                    <a:pt x="314764" y="435162"/>
                  </a:cubicBezTo>
                  <a:cubicBezTo>
                    <a:pt x="314764" y="441277"/>
                    <a:pt x="319369" y="672328"/>
                    <a:pt x="312248" y="704335"/>
                  </a:cubicBezTo>
                  <a:cubicBezTo>
                    <a:pt x="307681" y="724886"/>
                    <a:pt x="161426" y="729066"/>
                    <a:pt x="149583" y="707315"/>
                  </a:cubicBezTo>
                  <a:cubicBezTo>
                    <a:pt x="137741" y="685565"/>
                    <a:pt x="94936" y="434775"/>
                    <a:pt x="89828" y="419062"/>
                  </a:cubicBezTo>
                  <a:cubicBezTo>
                    <a:pt x="75585" y="375174"/>
                    <a:pt x="0" y="248309"/>
                    <a:pt x="0" y="248309"/>
                  </a:cubicBezTo>
                  <a:cubicBezTo>
                    <a:pt x="0" y="248309"/>
                    <a:pt x="134606" y="-93972"/>
                    <a:pt x="218705" y="25192"/>
                  </a:cubicBezTo>
                  <a:close/>
                </a:path>
              </a:pathLst>
            </a:custGeom>
            <a:gradFill>
              <a:gsLst>
                <a:gs pos="0">
                  <a:srgbClr val="FFDDB7"/>
                </a:gs>
                <a:gs pos="50000">
                  <a:srgbClr val="FBAFA0"/>
                </a:gs>
                <a:gs pos="100000">
                  <a:srgbClr val="F88189"/>
                </a:gs>
              </a:gsLst>
              <a:lin ang="479289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E8DA53C-530A-C77E-7BC8-B4CAB113CAC9}"/>
                </a:ext>
              </a:extLst>
            </p:cNvPr>
            <p:cNvSpPr/>
            <p:nvPr/>
          </p:nvSpPr>
          <p:spPr>
            <a:xfrm>
              <a:off x="7662851" y="6179785"/>
              <a:ext cx="136558" cy="65169"/>
            </a:xfrm>
            <a:custGeom>
              <a:avLst/>
              <a:gdLst>
                <a:gd name="connsiteX0" fmla="*/ 135767 w 136558"/>
                <a:gd name="connsiteY0" fmla="*/ 4180 h 65169"/>
                <a:gd name="connsiteX1" fmla="*/ 135767 w 136558"/>
                <a:gd name="connsiteY1" fmla="*/ 54570 h 65169"/>
                <a:gd name="connsiteX2" fmla="*/ 13043 w 136558"/>
                <a:gd name="connsiteY2" fmla="*/ 62852 h 65169"/>
                <a:gd name="connsiteX3" fmla="*/ 0 w 136558"/>
                <a:gd name="connsiteY3" fmla="*/ 0 h 65169"/>
                <a:gd name="connsiteX4" fmla="*/ 135767 w 136558"/>
                <a:gd name="connsiteY4" fmla="*/ 4141 h 65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558" h="65169">
                  <a:moveTo>
                    <a:pt x="135767" y="4180"/>
                  </a:moveTo>
                  <a:cubicBezTo>
                    <a:pt x="135767" y="4180"/>
                    <a:pt x="137547" y="46868"/>
                    <a:pt x="135767" y="54570"/>
                  </a:cubicBezTo>
                  <a:cubicBezTo>
                    <a:pt x="133986" y="62271"/>
                    <a:pt x="16603" y="68812"/>
                    <a:pt x="13043" y="62852"/>
                  </a:cubicBezTo>
                  <a:cubicBezTo>
                    <a:pt x="9482" y="56931"/>
                    <a:pt x="0" y="0"/>
                    <a:pt x="0" y="0"/>
                  </a:cubicBezTo>
                  <a:lnTo>
                    <a:pt x="135767" y="4141"/>
                  </a:lnTo>
                  <a:close/>
                </a:path>
              </a:pathLst>
            </a:custGeom>
            <a:gradFill>
              <a:gsLst>
                <a:gs pos="0">
                  <a:srgbClr val="FFDDB7"/>
                </a:gs>
                <a:gs pos="50000">
                  <a:srgbClr val="FBAFA0"/>
                </a:gs>
                <a:gs pos="100000">
                  <a:srgbClr val="F88189"/>
                </a:gs>
              </a:gsLst>
              <a:lin ang="479276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800818B-E94D-247D-1D6C-EE591CB32E12}"/>
                </a:ext>
              </a:extLst>
            </p:cNvPr>
            <p:cNvSpPr/>
            <p:nvPr/>
          </p:nvSpPr>
          <p:spPr>
            <a:xfrm>
              <a:off x="6792052" y="6326853"/>
              <a:ext cx="194488" cy="447971"/>
            </a:xfrm>
            <a:custGeom>
              <a:avLst/>
              <a:gdLst>
                <a:gd name="connsiteX0" fmla="*/ 13007 w 194488"/>
                <a:gd name="connsiteY0" fmla="*/ 188866 h 447971"/>
                <a:gd name="connsiteX1" fmla="*/ 467 w 194488"/>
                <a:gd name="connsiteY1" fmla="*/ 326335 h 447971"/>
                <a:gd name="connsiteX2" fmla="*/ 123811 w 194488"/>
                <a:gd name="connsiteY2" fmla="*/ 447589 h 447971"/>
                <a:gd name="connsiteX3" fmla="*/ 194364 w 194488"/>
                <a:gd name="connsiteY3" fmla="*/ 334695 h 447971"/>
                <a:gd name="connsiteX4" fmla="*/ 176678 w 194488"/>
                <a:gd name="connsiteY4" fmla="*/ 232754 h 447971"/>
                <a:gd name="connsiteX5" fmla="*/ 181825 w 194488"/>
                <a:gd name="connsiteY5" fmla="*/ 90060 h 447971"/>
                <a:gd name="connsiteX6" fmla="*/ 92307 w 194488"/>
                <a:gd name="connsiteY6" fmla="*/ 0 h 447971"/>
                <a:gd name="connsiteX7" fmla="*/ 13007 w 194488"/>
                <a:gd name="connsiteY7" fmla="*/ 188827 h 447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488" h="447971">
                  <a:moveTo>
                    <a:pt x="13007" y="188866"/>
                  </a:moveTo>
                  <a:cubicBezTo>
                    <a:pt x="10917" y="227529"/>
                    <a:pt x="-2667" y="270914"/>
                    <a:pt x="467" y="326335"/>
                  </a:cubicBezTo>
                  <a:cubicBezTo>
                    <a:pt x="3602" y="381757"/>
                    <a:pt x="64751" y="453859"/>
                    <a:pt x="123811" y="447589"/>
                  </a:cubicBezTo>
                  <a:cubicBezTo>
                    <a:pt x="182870" y="441319"/>
                    <a:pt x="195951" y="361864"/>
                    <a:pt x="194364" y="334695"/>
                  </a:cubicBezTo>
                  <a:cubicBezTo>
                    <a:pt x="192778" y="307526"/>
                    <a:pt x="177297" y="275636"/>
                    <a:pt x="176678" y="232754"/>
                  </a:cubicBezTo>
                  <a:cubicBezTo>
                    <a:pt x="176058" y="189911"/>
                    <a:pt x="186508" y="134490"/>
                    <a:pt x="181825" y="90060"/>
                  </a:cubicBezTo>
                  <a:cubicBezTo>
                    <a:pt x="177103" y="45630"/>
                    <a:pt x="165067" y="0"/>
                    <a:pt x="92307" y="0"/>
                  </a:cubicBezTo>
                  <a:cubicBezTo>
                    <a:pt x="19548" y="0"/>
                    <a:pt x="15097" y="150164"/>
                    <a:pt x="13007" y="188827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4D12FDA-2B59-45DA-84F5-4BB806D8EF99}"/>
                </a:ext>
              </a:extLst>
            </p:cNvPr>
            <p:cNvSpPr/>
            <p:nvPr/>
          </p:nvSpPr>
          <p:spPr>
            <a:xfrm>
              <a:off x="6691819" y="5740367"/>
              <a:ext cx="317973" cy="671707"/>
            </a:xfrm>
            <a:custGeom>
              <a:avLst/>
              <a:gdLst>
                <a:gd name="connsiteX0" fmla="*/ 71481 w 317973"/>
                <a:gd name="connsiteY0" fmla="*/ 265336 h 671707"/>
                <a:gd name="connsiteX1" fmla="*/ 84833 w 317973"/>
                <a:gd name="connsiteY1" fmla="*/ 413565 h 671707"/>
                <a:gd name="connsiteX2" fmla="*/ 131198 w 317973"/>
                <a:gd name="connsiteY2" fmla="*/ 586679 h 671707"/>
                <a:gd name="connsiteX3" fmla="*/ 202990 w 317973"/>
                <a:gd name="connsiteY3" fmla="*/ 671707 h 671707"/>
                <a:gd name="connsiteX4" fmla="*/ 254928 w 317973"/>
                <a:gd name="connsiteY4" fmla="*/ 591671 h 671707"/>
                <a:gd name="connsiteX5" fmla="*/ 269209 w 317973"/>
                <a:gd name="connsiteY5" fmla="*/ 488879 h 671707"/>
                <a:gd name="connsiteX6" fmla="*/ 299242 w 317973"/>
                <a:gd name="connsiteY6" fmla="*/ 373856 h 671707"/>
                <a:gd name="connsiteX7" fmla="*/ 317974 w 317973"/>
                <a:gd name="connsiteY7" fmla="*/ 167652 h 671707"/>
                <a:gd name="connsiteX8" fmla="*/ 2243 w 317973"/>
                <a:gd name="connsiteY8" fmla="*/ 50927 h 671707"/>
                <a:gd name="connsiteX9" fmla="*/ 71442 w 317973"/>
                <a:gd name="connsiteY9" fmla="*/ 265336 h 671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7973" h="671707">
                  <a:moveTo>
                    <a:pt x="71481" y="265336"/>
                  </a:moveTo>
                  <a:cubicBezTo>
                    <a:pt x="78602" y="313365"/>
                    <a:pt x="74422" y="350829"/>
                    <a:pt x="84833" y="413565"/>
                  </a:cubicBezTo>
                  <a:cubicBezTo>
                    <a:pt x="95205" y="476301"/>
                    <a:pt x="119471" y="530909"/>
                    <a:pt x="131198" y="586679"/>
                  </a:cubicBezTo>
                  <a:cubicBezTo>
                    <a:pt x="142924" y="642448"/>
                    <a:pt x="161037" y="671707"/>
                    <a:pt x="202990" y="671707"/>
                  </a:cubicBezTo>
                  <a:cubicBezTo>
                    <a:pt x="244943" y="671707"/>
                    <a:pt x="253148" y="614196"/>
                    <a:pt x="254928" y="591671"/>
                  </a:cubicBezTo>
                  <a:cubicBezTo>
                    <a:pt x="255741" y="581145"/>
                    <a:pt x="259650" y="529981"/>
                    <a:pt x="269209" y="488879"/>
                  </a:cubicBezTo>
                  <a:cubicBezTo>
                    <a:pt x="280162" y="441933"/>
                    <a:pt x="297036" y="403580"/>
                    <a:pt x="299242" y="373856"/>
                  </a:cubicBezTo>
                  <a:cubicBezTo>
                    <a:pt x="303422" y="318087"/>
                    <a:pt x="317974" y="167652"/>
                    <a:pt x="317974" y="167652"/>
                  </a:cubicBezTo>
                  <a:cubicBezTo>
                    <a:pt x="317974" y="167652"/>
                    <a:pt x="-31080" y="-111854"/>
                    <a:pt x="2243" y="50927"/>
                  </a:cubicBezTo>
                  <a:cubicBezTo>
                    <a:pt x="35565" y="213746"/>
                    <a:pt x="64320" y="217307"/>
                    <a:pt x="71442" y="265336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A9A2BDE-CAD6-1F23-5B03-DBC67F54CEB0}"/>
                </a:ext>
              </a:extLst>
            </p:cNvPr>
            <p:cNvSpPr/>
            <p:nvPr/>
          </p:nvSpPr>
          <p:spPr>
            <a:xfrm>
              <a:off x="7113344" y="4986225"/>
              <a:ext cx="256263" cy="501900"/>
            </a:xfrm>
            <a:custGeom>
              <a:avLst/>
              <a:gdLst>
                <a:gd name="connsiteX0" fmla="*/ 255332 w 256263"/>
                <a:gd name="connsiteY0" fmla="*/ 273419 h 501900"/>
                <a:gd name="connsiteX1" fmla="*/ 221081 w 256263"/>
                <a:gd name="connsiteY1" fmla="*/ 29906 h 501900"/>
                <a:gd name="connsiteX2" fmla="*/ 102808 w 256263"/>
                <a:gd name="connsiteY2" fmla="*/ 23520 h 501900"/>
                <a:gd name="connsiteX3" fmla="*/ 39375 w 256263"/>
                <a:gd name="connsiteY3" fmla="*/ 224384 h 501900"/>
                <a:gd name="connsiteX4" fmla="*/ 4195 w 256263"/>
                <a:gd name="connsiteY4" fmla="*/ 353378 h 501900"/>
                <a:gd name="connsiteX5" fmla="*/ 96112 w 256263"/>
                <a:gd name="connsiteY5" fmla="*/ 499168 h 501900"/>
                <a:gd name="connsiteX6" fmla="*/ 255332 w 256263"/>
                <a:gd name="connsiteY6" fmla="*/ 273458 h 50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63" h="501900">
                  <a:moveTo>
                    <a:pt x="255332" y="273419"/>
                  </a:moveTo>
                  <a:cubicBezTo>
                    <a:pt x="246896" y="163583"/>
                    <a:pt x="238884" y="69189"/>
                    <a:pt x="221081" y="29906"/>
                  </a:cubicBezTo>
                  <a:cubicBezTo>
                    <a:pt x="203278" y="-9377"/>
                    <a:pt x="124674" y="-8332"/>
                    <a:pt x="102808" y="23520"/>
                  </a:cubicBezTo>
                  <a:cubicBezTo>
                    <a:pt x="88914" y="43762"/>
                    <a:pt x="60932" y="135060"/>
                    <a:pt x="39375" y="224384"/>
                  </a:cubicBezTo>
                  <a:cubicBezTo>
                    <a:pt x="27029" y="275471"/>
                    <a:pt x="5550" y="324622"/>
                    <a:pt x="4195" y="353378"/>
                  </a:cubicBezTo>
                  <a:cubicBezTo>
                    <a:pt x="518" y="432446"/>
                    <a:pt x="-22470" y="475096"/>
                    <a:pt x="96112" y="499168"/>
                  </a:cubicBezTo>
                  <a:cubicBezTo>
                    <a:pt x="214695" y="523241"/>
                    <a:pt x="263808" y="383294"/>
                    <a:pt x="255332" y="273458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2C3671A3-3CFA-A448-807A-41A22D7F30DA}"/>
                </a:ext>
              </a:extLst>
            </p:cNvPr>
            <p:cNvSpPr/>
            <p:nvPr/>
          </p:nvSpPr>
          <p:spPr>
            <a:xfrm>
              <a:off x="7199853" y="5039717"/>
              <a:ext cx="348516" cy="551371"/>
            </a:xfrm>
            <a:custGeom>
              <a:avLst/>
              <a:gdLst>
                <a:gd name="connsiteX0" fmla="*/ 108564 w 348516"/>
                <a:gd name="connsiteY0" fmla="*/ 551371 h 551371"/>
                <a:gd name="connsiteX1" fmla="*/ 41610 w 348516"/>
                <a:gd name="connsiteY1" fmla="*/ 370052 h 551371"/>
                <a:gd name="connsiteX2" fmla="*/ 19085 w 348516"/>
                <a:gd name="connsiteY2" fmla="*/ 231499 h 551371"/>
                <a:gd name="connsiteX3" fmla="*/ 2366 w 348516"/>
                <a:gd name="connsiteY3" fmla="*/ 173252 h 551371"/>
                <a:gd name="connsiteX4" fmla="*/ 41378 w 348516"/>
                <a:gd name="connsiteY4" fmla="*/ 21386 h 551371"/>
                <a:gd name="connsiteX5" fmla="*/ 122923 w 348516"/>
                <a:gd name="connsiteY5" fmla="*/ 22702 h 551371"/>
                <a:gd name="connsiteX6" fmla="*/ 144325 w 348516"/>
                <a:gd name="connsiteY6" fmla="*/ 119418 h 551371"/>
                <a:gd name="connsiteX7" fmla="*/ 253465 w 348516"/>
                <a:gd name="connsiteY7" fmla="*/ 228209 h 551371"/>
                <a:gd name="connsiteX8" fmla="*/ 348517 w 348516"/>
                <a:gd name="connsiteY8" fmla="*/ 411657 h 551371"/>
                <a:gd name="connsiteX9" fmla="*/ 108487 w 348516"/>
                <a:gd name="connsiteY9" fmla="*/ 551371 h 551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8516" h="551371">
                  <a:moveTo>
                    <a:pt x="108564" y="551371"/>
                  </a:moveTo>
                  <a:cubicBezTo>
                    <a:pt x="108564" y="551371"/>
                    <a:pt x="44280" y="459260"/>
                    <a:pt x="41610" y="370052"/>
                  </a:cubicBezTo>
                  <a:cubicBezTo>
                    <a:pt x="38978" y="280883"/>
                    <a:pt x="19085" y="231499"/>
                    <a:pt x="19085" y="231499"/>
                  </a:cubicBezTo>
                  <a:cubicBezTo>
                    <a:pt x="19085" y="231499"/>
                    <a:pt x="-8006" y="229525"/>
                    <a:pt x="2366" y="173252"/>
                  </a:cubicBezTo>
                  <a:cubicBezTo>
                    <a:pt x="12738" y="116980"/>
                    <a:pt x="32979" y="46813"/>
                    <a:pt x="41378" y="21386"/>
                  </a:cubicBezTo>
                  <a:cubicBezTo>
                    <a:pt x="49776" y="-4080"/>
                    <a:pt x="108100" y="-10505"/>
                    <a:pt x="122923" y="22702"/>
                  </a:cubicBezTo>
                  <a:cubicBezTo>
                    <a:pt x="137746" y="55908"/>
                    <a:pt x="129076" y="101383"/>
                    <a:pt x="144325" y="119418"/>
                  </a:cubicBezTo>
                  <a:cubicBezTo>
                    <a:pt x="159573" y="137453"/>
                    <a:pt x="202572" y="178400"/>
                    <a:pt x="253465" y="228209"/>
                  </a:cubicBezTo>
                  <a:cubicBezTo>
                    <a:pt x="304358" y="278019"/>
                    <a:pt x="348517" y="411657"/>
                    <a:pt x="348517" y="411657"/>
                  </a:cubicBezTo>
                  <a:lnTo>
                    <a:pt x="108487" y="551371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432A2D87-560C-F4F0-8238-A7CB7188DE02}"/>
                </a:ext>
              </a:extLst>
            </p:cNvPr>
            <p:cNvSpPr/>
            <p:nvPr/>
          </p:nvSpPr>
          <p:spPr>
            <a:xfrm>
              <a:off x="7170097" y="5306468"/>
              <a:ext cx="397547" cy="156439"/>
            </a:xfrm>
            <a:custGeom>
              <a:avLst/>
              <a:gdLst>
                <a:gd name="connsiteX0" fmla="*/ 39 w 397547"/>
                <a:gd name="connsiteY0" fmla="*/ 156439 h 156439"/>
                <a:gd name="connsiteX1" fmla="*/ 42920 w 397547"/>
                <a:gd name="connsiteY1" fmla="*/ 35147 h 156439"/>
                <a:gd name="connsiteX2" fmla="*/ 237398 w 397547"/>
                <a:gd name="connsiteY2" fmla="*/ 161 h 156439"/>
                <a:gd name="connsiteX3" fmla="*/ 333147 w 397547"/>
                <a:gd name="connsiteY3" fmla="*/ 24156 h 156439"/>
                <a:gd name="connsiteX4" fmla="*/ 397547 w 397547"/>
                <a:gd name="connsiteY4" fmla="*/ 125748 h 156439"/>
                <a:gd name="connsiteX5" fmla="*/ 0 w 397547"/>
                <a:gd name="connsiteY5" fmla="*/ 156439 h 156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7547" h="156439">
                  <a:moveTo>
                    <a:pt x="39" y="156439"/>
                  </a:moveTo>
                  <a:lnTo>
                    <a:pt x="42920" y="35147"/>
                  </a:lnTo>
                  <a:cubicBezTo>
                    <a:pt x="42920" y="35147"/>
                    <a:pt x="147261" y="3721"/>
                    <a:pt x="237398" y="161"/>
                  </a:cubicBezTo>
                  <a:cubicBezTo>
                    <a:pt x="288756" y="-1852"/>
                    <a:pt x="326258" y="15564"/>
                    <a:pt x="333147" y="24156"/>
                  </a:cubicBezTo>
                  <a:cubicBezTo>
                    <a:pt x="352111" y="47880"/>
                    <a:pt x="397547" y="125748"/>
                    <a:pt x="397547" y="125748"/>
                  </a:cubicBezTo>
                  <a:lnTo>
                    <a:pt x="0" y="156439"/>
                  </a:ln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EAEAF76-E50A-2F25-34DB-C914E741AC69}"/>
                </a:ext>
              </a:extLst>
            </p:cNvPr>
            <p:cNvSpPr/>
            <p:nvPr/>
          </p:nvSpPr>
          <p:spPr>
            <a:xfrm>
              <a:off x="6669679" y="5747871"/>
              <a:ext cx="375332" cy="224174"/>
            </a:xfrm>
            <a:custGeom>
              <a:avLst/>
              <a:gdLst>
                <a:gd name="connsiteX0" fmla="*/ 0 w 375332"/>
                <a:gd name="connsiteY0" fmla="*/ 0 h 224174"/>
                <a:gd name="connsiteX1" fmla="*/ 50932 w 375332"/>
                <a:gd name="connsiteY1" fmla="*/ 160149 h 224174"/>
                <a:gd name="connsiteX2" fmla="*/ 194130 w 375332"/>
                <a:gd name="connsiteY2" fmla="*/ 224046 h 224174"/>
                <a:gd name="connsiteX3" fmla="*/ 341778 w 375332"/>
                <a:gd name="connsiteY3" fmla="*/ 155582 h 224174"/>
                <a:gd name="connsiteX4" fmla="*/ 375332 w 375332"/>
                <a:gd name="connsiteY4" fmla="*/ 62775 h 224174"/>
                <a:gd name="connsiteX5" fmla="*/ 39 w 375332"/>
                <a:gd name="connsiteY5" fmla="*/ 39 h 224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5332" h="224174">
                  <a:moveTo>
                    <a:pt x="0" y="0"/>
                  </a:moveTo>
                  <a:cubicBezTo>
                    <a:pt x="0" y="0"/>
                    <a:pt x="41488" y="125627"/>
                    <a:pt x="50932" y="160149"/>
                  </a:cubicBezTo>
                  <a:cubicBezTo>
                    <a:pt x="60336" y="194632"/>
                    <a:pt x="121989" y="221956"/>
                    <a:pt x="194130" y="224046"/>
                  </a:cubicBezTo>
                  <a:cubicBezTo>
                    <a:pt x="266270" y="226136"/>
                    <a:pt x="327148" y="202605"/>
                    <a:pt x="341778" y="155582"/>
                  </a:cubicBezTo>
                  <a:cubicBezTo>
                    <a:pt x="356407" y="108520"/>
                    <a:pt x="375332" y="62775"/>
                    <a:pt x="375332" y="62775"/>
                  </a:cubicBezTo>
                  <a:lnTo>
                    <a:pt x="39" y="39"/>
                  </a:ln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1176E611-2DA4-B656-0EB3-4BD5421C2513}"/>
                </a:ext>
              </a:extLst>
            </p:cNvPr>
            <p:cNvSpPr/>
            <p:nvPr/>
          </p:nvSpPr>
          <p:spPr>
            <a:xfrm>
              <a:off x="6347015" y="5660913"/>
              <a:ext cx="138291" cy="123734"/>
            </a:xfrm>
            <a:custGeom>
              <a:avLst/>
              <a:gdLst>
                <a:gd name="connsiteX0" fmla="*/ 83 w 138291"/>
                <a:gd name="connsiteY0" fmla="*/ 575 h 123734"/>
                <a:gd name="connsiteX1" fmla="*/ 23963 w 138291"/>
                <a:gd name="connsiteY1" fmla="*/ 111108 h 123734"/>
                <a:gd name="connsiteX2" fmla="*/ 94787 w 138291"/>
                <a:gd name="connsiteY2" fmla="*/ 106038 h 123734"/>
                <a:gd name="connsiteX3" fmla="*/ 122846 w 138291"/>
                <a:gd name="connsiteY3" fmla="*/ 99381 h 123734"/>
                <a:gd name="connsiteX4" fmla="*/ 138288 w 138291"/>
                <a:gd name="connsiteY4" fmla="*/ 29640 h 123734"/>
                <a:gd name="connsiteX5" fmla="*/ 83 w 138291"/>
                <a:gd name="connsiteY5" fmla="*/ 575 h 123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8291" h="123734">
                  <a:moveTo>
                    <a:pt x="83" y="575"/>
                  </a:moveTo>
                  <a:cubicBezTo>
                    <a:pt x="83" y="575"/>
                    <a:pt x="-2703" y="79991"/>
                    <a:pt x="23963" y="111108"/>
                  </a:cubicBezTo>
                  <a:cubicBezTo>
                    <a:pt x="50628" y="142224"/>
                    <a:pt x="94787" y="106038"/>
                    <a:pt x="94787" y="106038"/>
                  </a:cubicBezTo>
                  <a:cubicBezTo>
                    <a:pt x="94787" y="106038"/>
                    <a:pt x="113209" y="108476"/>
                    <a:pt x="122846" y="99381"/>
                  </a:cubicBezTo>
                  <a:cubicBezTo>
                    <a:pt x="138366" y="84674"/>
                    <a:pt x="132754" y="52822"/>
                    <a:pt x="138288" y="29640"/>
                  </a:cubicBezTo>
                  <a:cubicBezTo>
                    <a:pt x="139062" y="-6585"/>
                    <a:pt x="83" y="575"/>
                    <a:pt x="83" y="575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D109F56E-6821-C8C3-6E2A-DD04F68DFA4B}"/>
                </a:ext>
              </a:extLst>
            </p:cNvPr>
            <p:cNvSpPr/>
            <p:nvPr/>
          </p:nvSpPr>
          <p:spPr>
            <a:xfrm>
              <a:off x="6337010" y="5300885"/>
              <a:ext cx="498843" cy="462868"/>
            </a:xfrm>
            <a:custGeom>
              <a:avLst/>
              <a:gdLst>
                <a:gd name="connsiteX0" fmla="*/ 302249 w 498843"/>
                <a:gd name="connsiteY0" fmla="*/ 116199 h 462868"/>
                <a:gd name="connsiteX1" fmla="*/ 66825 w 498843"/>
                <a:gd name="connsiteY1" fmla="*/ 4157 h 462868"/>
                <a:gd name="connsiteX2" fmla="*/ 2192 w 498843"/>
                <a:gd name="connsiteY2" fmla="*/ 242484 h 462868"/>
                <a:gd name="connsiteX3" fmla="*/ 10088 w 498843"/>
                <a:gd name="connsiteY3" fmla="*/ 360603 h 462868"/>
                <a:gd name="connsiteX4" fmla="*/ 80177 w 498843"/>
                <a:gd name="connsiteY4" fmla="*/ 406194 h 462868"/>
                <a:gd name="connsiteX5" fmla="*/ 148292 w 498843"/>
                <a:gd name="connsiteY5" fmla="*/ 389707 h 462868"/>
                <a:gd name="connsiteX6" fmla="*/ 158587 w 498843"/>
                <a:gd name="connsiteY6" fmla="*/ 333318 h 462868"/>
                <a:gd name="connsiteX7" fmla="*/ 370055 w 498843"/>
                <a:gd name="connsiteY7" fmla="*/ 462815 h 462868"/>
                <a:gd name="connsiteX8" fmla="*/ 497811 w 498843"/>
                <a:gd name="connsiteY8" fmla="*/ 195074 h 462868"/>
                <a:gd name="connsiteX9" fmla="*/ 302288 w 498843"/>
                <a:gd name="connsiteY9" fmla="*/ 116199 h 462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8843" h="462868">
                  <a:moveTo>
                    <a:pt x="302249" y="116199"/>
                  </a:moveTo>
                  <a:cubicBezTo>
                    <a:pt x="255575" y="65113"/>
                    <a:pt x="134863" y="-19760"/>
                    <a:pt x="66825" y="4157"/>
                  </a:cubicBezTo>
                  <a:cubicBezTo>
                    <a:pt x="-1214" y="28075"/>
                    <a:pt x="-4000" y="151225"/>
                    <a:pt x="2192" y="242484"/>
                  </a:cubicBezTo>
                  <a:cubicBezTo>
                    <a:pt x="7030" y="313696"/>
                    <a:pt x="9584" y="359132"/>
                    <a:pt x="10088" y="360603"/>
                  </a:cubicBezTo>
                  <a:cubicBezTo>
                    <a:pt x="11210" y="363931"/>
                    <a:pt x="20189" y="409522"/>
                    <a:pt x="80177" y="406194"/>
                  </a:cubicBezTo>
                  <a:cubicBezTo>
                    <a:pt x="140165" y="402866"/>
                    <a:pt x="148292" y="389707"/>
                    <a:pt x="148292" y="389707"/>
                  </a:cubicBezTo>
                  <a:lnTo>
                    <a:pt x="158587" y="333318"/>
                  </a:lnTo>
                  <a:cubicBezTo>
                    <a:pt x="158587" y="333318"/>
                    <a:pt x="221169" y="458403"/>
                    <a:pt x="370055" y="462815"/>
                  </a:cubicBezTo>
                  <a:cubicBezTo>
                    <a:pt x="518942" y="467266"/>
                    <a:pt x="497811" y="195074"/>
                    <a:pt x="497811" y="195074"/>
                  </a:cubicBezTo>
                  <a:lnTo>
                    <a:pt x="302288" y="116199"/>
                  </a:lnTo>
                  <a:close/>
                </a:path>
              </a:pathLst>
            </a:custGeom>
            <a:gradFill>
              <a:gsLst>
                <a:gs pos="0">
                  <a:srgbClr val="FFDDB7"/>
                </a:gs>
                <a:gs pos="50000">
                  <a:srgbClr val="FBAFA0"/>
                </a:gs>
                <a:gs pos="100000">
                  <a:srgbClr val="F88189"/>
                </a:gs>
              </a:gsLst>
              <a:lin ang="479276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F1C78699-DBFB-8608-72F9-EBD629D68FD6}"/>
                </a:ext>
              </a:extLst>
            </p:cNvPr>
            <p:cNvSpPr/>
            <p:nvPr/>
          </p:nvSpPr>
          <p:spPr>
            <a:xfrm>
              <a:off x="6494356" y="5345204"/>
              <a:ext cx="1250234" cy="564800"/>
            </a:xfrm>
            <a:custGeom>
              <a:avLst/>
              <a:gdLst>
                <a:gd name="connsiteX0" fmla="*/ 1250117 w 1250234"/>
                <a:gd name="connsiteY0" fmla="*/ 252386 h 564800"/>
                <a:gd name="connsiteX1" fmla="*/ 1042443 w 1250234"/>
                <a:gd name="connsiteY1" fmla="*/ 39332 h 564800"/>
                <a:gd name="connsiteX2" fmla="*/ 604026 w 1250234"/>
                <a:gd name="connsiteY2" fmla="*/ 591 h 564800"/>
                <a:gd name="connsiteX3" fmla="*/ 198816 w 1250234"/>
                <a:gd name="connsiteY3" fmla="*/ 55625 h 564800"/>
                <a:gd name="connsiteX4" fmla="*/ 81 w 1250234"/>
                <a:gd name="connsiteY4" fmla="*/ 226882 h 564800"/>
                <a:gd name="connsiteX5" fmla="*/ 137628 w 1250234"/>
                <a:gd name="connsiteY5" fmla="*/ 405066 h 564800"/>
                <a:gd name="connsiteX6" fmla="*/ 383154 w 1250234"/>
                <a:gd name="connsiteY6" fmla="*/ 547877 h 564800"/>
                <a:gd name="connsiteX7" fmla="*/ 606077 w 1250234"/>
                <a:gd name="connsiteY7" fmla="*/ 516799 h 564800"/>
                <a:gd name="connsiteX8" fmla="*/ 873508 w 1250234"/>
                <a:gd name="connsiteY8" fmla="*/ 563435 h 564800"/>
                <a:gd name="connsiteX9" fmla="*/ 1048441 w 1250234"/>
                <a:gd name="connsiteY9" fmla="*/ 421940 h 564800"/>
                <a:gd name="connsiteX10" fmla="*/ 1250156 w 1250234"/>
                <a:gd name="connsiteY10" fmla="*/ 252386 h 56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50234" h="564800">
                  <a:moveTo>
                    <a:pt x="1250117" y="252386"/>
                  </a:moveTo>
                  <a:cubicBezTo>
                    <a:pt x="1254530" y="138138"/>
                    <a:pt x="1133354" y="81324"/>
                    <a:pt x="1042443" y="39332"/>
                  </a:cubicBezTo>
                  <a:cubicBezTo>
                    <a:pt x="951532" y="-2660"/>
                    <a:pt x="801445" y="6164"/>
                    <a:pt x="604026" y="591"/>
                  </a:cubicBezTo>
                  <a:cubicBezTo>
                    <a:pt x="406568" y="-4982"/>
                    <a:pt x="285972" y="30043"/>
                    <a:pt x="198816" y="55625"/>
                  </a:cubicBezTo>
                  <a:cubicBezTo>
                    <a:pt x="111659" y="81207"/>
                    <a:pt x="-3480" y="135700"/>
                    <a:pt x="81" y="226882"/>
                  </a:cubicBezTo>
                  <a:cubicBezTo>
                    <a:pt x="3641" y="318064"/>
                    <a:pt x="53993" y="369499"/>
                    <a:pt x="137628" y="405066"/>
                  </a:cubicBezTo>
                  <a:cubicBezTo>
                    <a:pt x="221302" y="440633"/>
                    <a:pt x="266235" y="544974"/>
                    <a:pt x="383154" y="547877"/>
                  </a:cubicBezTo>
                  <a:cubicBezTo>
                    <a:pt x="500072" y="550779"/>
                    <a:pt x="542877" y="521907"/>
                    <a:pt x="606077" y="516799"/>
                  </a:cubicBezTo>
                  <a:cubicBezTo>
                    <a:pt x="669278" y="511651"/>
                    <a:pt x="763827" y="574774"/>
                    <a:pt x="873508" y="563435"/>
                  </a:cubicBezTo>
                  <a:cubicBezTo>
                    <a:pt x="983190" y="552095"/>
                    <a:pt x="1017557" y="449535"/>
                    <a:pt x="1048441" y="421940"/>
                  </a:cubicBezTo>
                  <a:cubicBezTo>
                    <a:pt x="1079287" y="394346"/>
                    <a:pt x="1245745" y="366635"/>
                    <a:pt x="1250156" y="252386"/>
                  </a:cubicBezTo>
                  <a:close/>
                </a:path>
              </a:pathLst>
            </a:custGeom>
            <a:gradFill>
              <a:gsLst>
                <a:gs pos="0">
                  <a:srgbClr val="FFDDB7"/>
                </a:gs>
                <a:gs pos="50000">
                  <a:srgbClr val="FBAFA0"/>
                </a:gs>
                <a:gs pos="100000">
                  <a:srgbClr val="F88189"/>
                </a:gs>
              </a:gsLst>
              <a:lin ang="479276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AEDFC9F-3D3A-B02C-3304-AEE45848A031}"/>
                </a:ext>
              </a:extLst>
            </p:cNvPr>
            <p:cNvSpPr/>
            <p:nvPr/>
          </p:nvSpPr>
          <p:spPr>
            <a:xfrm>
              <a:off x="6612355" y="5467126"/>
              <a:ext cx="987489" cy="291542"/>
            </a:xfrm>
            <a:custGeom>
              <a:avLst/>
              <a:gdLst>
                <a:gd name="connsiteX0" fmla="*/ 510 w 987489"/>
                <a:gd name="connsiteY0" fmla="*/ 162858 h 291542"/>
                <a:gd name="connsiteX1" fmla="*/ 446628 w 987489"/>
                <a:gd name="connsiteY1" fmla="*/ 0 h 291542"/>
                <a:gd name="connsiteX2" fmla="*/ 987489 w 987489"/>
                <a:gd name="connsiteY2" fmla="*/ 134412 h 291542"/>
                <a:gd name="connsiteX3" fmla="*/ 494309 w 987489"/>
                <a:gd name="connsiteY3" fmla="*/ 291542 h 291542"/>
                <a:gd name="connsiteX4" fmla="*/ 510 w 987489"/>
                <a:gd name="connsiteY4" fmla="*/ 162819 h 291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7489" h="291542">
                  <a:moveTo>
                    <a:pt x="510" y="162858"/>
                  </a:moveTo>
                  <a:cubicBezTo>
                    <a:pt x="-11333" y="55924"/>
                    <a:pt x="184460" y="0"/>
                    <a:pt x="446628" y="0"/>
                  </a:cubicBezTo>
                  <a:cubicBezTo>
                    <a:pt x="708796" y="0"/>
                    <a:pt x="986947" y="13971"/>
                    <a:pt x="987489" y="134412"/>
                  </a:cubicBezTo>
                  <a:cubicBezTo>
                    <a:pt x="988031" y="254853"/>
                    <a:pt x="640990" y="291542"/>
                    <a:pt x="494309" y="291542"/>
                  </a:cubicBezTo>
                  <a:cubicBezTo>
                    <a:pt x="347628" y="291542"/>
                    <a:pt x="12391" y="269753"/>
                    <a:pt x="510" y="162819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886FA238-AFF9-C17D-5172-058729270CC9}"/>
                </a:ext>
              </a:extLst>
            </p:cNvPr>
            <p:cNvSpPr/>
            <p:nvPr/>
          </p:nvSpPr>
          <p:spPr>
            <a:xfrm>
              <a:off x="6408170" y="4948406"/>
              <a:ext cx="421461" cy="834028"/>
            </a:xfrm>
            <a:custGeom>
              <a:avLst/>
              <a:gdLst>
                <a:gd name="connsiteX0" fmla="*/ 219750 w 421461"/>
                <a:gd name="connsiteY0" fmla="*/ 799657 h 834028"/>
                <a:gd name="connsiteX1" fmla="*/ 213944 w 421461"/>
                <a:gd name="connsiteY1" fmla="*/ 486094 h 834028"/>
                <a:gd name="connsiteX2" fmla="*/ 0 w 421461"/>
                <a:gd name="connsiteY2" fmla="*/ 355010 h 834028"/>
                <a:gd name="connsiteX3" fmla="*/ 85144 w 421461"/>
                <a:gd name="connsiteY3" fmla="*/ 124501 h 834028"/>
                <a:gd name="connsiteX4" fmla="*/ 264219 w 421461"/>
                <a:gd name="connsiteY4" fmla="*/ 4486 h 834028"/>
                <a:gd name="connsiteX5" fmla="*/ 421233 w 421461"/>
                <a:gd name="connsiteY5" fmla="*/ 334188 h 834028"/>
                <a:gd name="connsiteX6" fmla="*/ 322852 w 421461"/>
                <a:gd name="connsiteY6" fmla="*/ 540470 h 834028"/>
                <a:gd name="connsiteX7" fmla="*/ 279428 w 421461"/>
                <a:gd name="connsiteY7" fmla="*/ 815371 h 834028"/>
                <a:gd name="connsiteX8" fmla="*/ 219750 w 421461"/>
                <a:gd name="connsiteY8" fmla="*/ 799696 h 834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1461" h="834028">
                  <a:moveTo>
                    <a:pt x="219750" y="799657"/>
                  </a:moveTo>
                  <a:cubicBezTo>
                    <a:pt x="226794" y="775159"/>
                    <a:pt x="249667" y="602742"/>
                    <a:pt x="213944" y="486094"/>
                  </a:cubicBezTo>
                  <a:cubicBezTo>
                    <a:pt x="178223" y="369446"/>
                    <a:pt x="0" y="355010"/>
                    <a:pt x="0" y="355010"/>
                  </a:cubicBezTo>
                  <a:cubicBezTo>
                    <a:pt x="0" y="355010"/>
                    <a:pt x="14320" y="247805"/>
                    <a:pt x="85144" y="124501"/>
                  </a:cubicBezTo>
                  <a:cubicBezTo>
                    <a:pt x="155969" y="1196"/>
                    <a:pt x="211042" y="-8866"/>
                    <a:pt x="264219" y="4486"/>
                  </a:cubicBezTo>
                  <a:cubicBezTo>
                    <a:pt x="317357" y="17799"/>
                    <a:pt x="415660" y="230389"/>
                    <a:pt x="421233" y="334188"/>
                  </a:cubicBezTo>
                  <a:cubicBezTo>
                    <a:pt x="426806" y="438026"/>
                    <a:pt x="328696" y="465466"/>
                    <a:pt x="322852" y="540470"/>
                  </a:cubicBezTo>
                  <a:cubicBezTo>
                    <a:pt x="317008" y="615475"/>
                    <a:pt x="299438" y="776552"/>
                    <a:pt x="279428" y="815371"/>
                  </a:cubicBezTo>
                  <a:cubicBezTo>
                    <a:pt x="259419" y="854189"/>
                    <a:pt x="212706" y="824195"/>
                    <a:pt x="219750" y="799696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5EF52096-2281-F816-9FE9-F4982D3DC0D4}"/>
                </a:ext>
              </a:extLst>
            </p:cNvPr>
            <p:cNvSpPr/>
            <p:nvPr/>
          </p:nvSpPr>
          <p:spPr>
            <a:xfrm>
              <a:off x="6697047" y="5241842"/>
              <a:ext cx="885745" cy="747374"/>
            </a:xfrm>
            <a:custGeom>
              <a:avLst/>
              <a:gdLst>
                <a:gd name="connsiteX0" fmla="*/ 154609 w 885745"/>
                <a:gd name="connsiteY0" fmla="*/ 489039 h 747374"/>
                <a:gd name="connsiteX1" fmla="*/ 33 w 885745"/>
                <a:gd name="connsiteY1" fmla="*/ 317201 h 747374"/>
                <a:gd name="connsiteX2" fmla="*/ 30608 w 885745"/>
                <a:gd name="connsiteY2" fmla="*/ 232366 h 747374"/>
                <a:gd name="connsiteX3" fmla="*/ 71013 w 885745"/>
                <a:gd name="connsiteY3" fmla="*/ 100547 h 747374"/>
                <a:gd name="connsiteX4" fmla="*/ 187467 w 885745"/>
                <a:gd name="connsiteY4" fmla="*/ 72720 h 747374"/>
                <a:gd name="connsiteX5" fmla="*/ 295407 w 885745"/>
                <a:gd name="connsiteY5" fmla="*/ 1974 h 747374"/>
                <a:gd name="connsiteX6" fmla="*/ 429394 w 885745"/>
                <a:gd name="connsiteY6" fmla="*/ 59098 h 747374"/>
                <a:gd name="connsiteX7" fmla="*/ 576345 w 885745"/>
                <a:gd name="connsiteY7" fmla="*/ 11185 h 747374"/>
                <a:gd name="connsiteX8" fmla="*/ 665089 w 885745"/>
                <a:gd name="connsiteY8" fmla="*/ 88201 h 747374"/>
                <a:gd name="connsiteX9" fmla="*/ 792186 w 885745"/>
                <a:gd name="connsiteY9" fmla="*/ 106275 h 747374"/>
                <a:gd name="connsiteX10" fmla="*/ 843776 w 885745"/>
                <a:gd name="connsiteY10" fmla="*/ 218279 h 747374"/>
                <a:gd name="connsiteX11" fmla="*/ 880930 w 885745"/>
                <a:gd name="connsiteY11" fmla="*/ 312557 h 747374"/>
                <a:gd name="connsiteX12" fmla="*/ 742377 w 885745"/>
                <a:gd name="connsiteY12" fmla="*/ 466165 h 747374"/>
                <a:gd name="connsiteX13" fmla="*/ 442862 w 885745"/>
                <a:gd name="connsiteY13" fmla="*/ 747375 h 747374"/>
                <a:gd name="connsiteX14" fmla="*/ 154570 w 885745"/>
                <a:gd name="connsiteY14" fmla="*/ 489000 h 747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85745" h="747374">
                  <a:moveTo>
                    <a:pt x="154609" y="489039"/>
                  </a:moveTo>
                  <a:cubicBezTo>
                    <a:pt x="107432" y="419336"/>
                    <a:pt x="730" y="361670"/>
                    <a:pt x="33" y="317201"/>
                  </a:cubicBezTo>
                  <a:cubicBezTo>
                    <a:pt x="-625" y="272772"/>
                    <a:pt x="8393" y="287246"/>
                    <a:pt x="30608" y="232366"/>
                  </a:cubicBezTo>
                  <a:cubicBezTo>
                    <a:pt x="52823" y="177487"/>
                    <a:pt x="11218" y="114519"/>
                    <a:pt x="71013" y="100547"/>
                  </a:cubicBezTo>
                  <a:cubicBezTo>
                    <a:pt x="130807" y="86576"/>
                    <a:pt x="158402" y="115138"/>
                    <a:pt x="187467" y="72720"/>
                  </a:cubicBezTo>
                  <a:cubicBezTo>
                    <a:pt x="216532" y="30303"/>
                    <a:pt x="233561" y="-9405"/>
                    <a:pt x="295407" y="1974"/>
                  </a:cubicBezTo>
                  <a:cubicBezTo>
                    <a:pt x="357253" y="13352"/>
                    <a:pt x="357872" y="59601"/>
                    <a:pt x="429394" y="59098"/>
                  </a:cubicBezTo>
                  <a:cubicBezTo>
                    <a:pt x="500915" y="58595"/>
                    <a:pt x="532341" y="-4064"/>
                    <a:pt x="576345" y="11185"/>
                  </a:cubicBezTo>
                  <a:cubicBezTo>
                    <a:pt x="620349" y="26433"/>
                    <a:pt x="625110" y="67535"/>
                    <a:pt x="665089" y="88201"/>
                  </a:cubicBezTo>
                  <a:cubicBezTo>
                    <a:pt x="705068" y="108869"/>
                    <a:pt x="757935" y="82628"/>
                    <a:pt x="792186" y="106275"/>
                  </a:cubicBezTo>
                  <a:cubicBezTo>
                    <a:pt x="826476" y="129961"/>
                    <a:pt x="803797" y="190452"/>
                    <a:pt x="843776" y="218279"/>
                  </a:cubicBezTo>
                  <a:cubicBezTo>
                    <a:pt x="883755" y="246106"/>
                    <a:pt x="892734" y="280628"/>
                    <a:pt x="880930" y="312557"/>
                  </a:cubicBezTo>
                  <a:cubicBezTo>
                    <a:pt x="869126" y="344448"/>
                    <a:pt x="842847" y="381795"/>
                    <a:pt x="742377" y="466165"/>
                  </a:cubicBezTo>
                  <a:cubicBezTo>
                    <a:pt x="641907" y="550536"/>
                    <a:pt x="605217" y="747375"/>
                    <a:pt x="442862" y="747375"/>
                  </a:cubicBezTo>
                  <a:cubicBezTo>
                    <a:pt x="280507" y="747375"/>
                    <a:pt x="173148" y="516439"/>
                    <a:pt x="154570" y="489000"/>
                  </a:cubicBezTo>
                  <a:close/>
                </a:path>
              </a:pathLst>
            </a:custGeom>
            <a:solidFill>
              <a:srgbClr val="853830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A1520B30-FC11-9F6B-563E-D27FC8AE8A44}"/>
                </a:ext>
              </a:extLst>
            </p:cNvPr>
            <p:cNvSpPr/>
            <p:nvPr/>
          </p:nvSpPr>
          <p:spPr>
            <a:xfrm>
              <a:off x="6826941" y="5495365"/>
              <a:ext cx="321345" cy="387207"/>
            </a:xfrm>
            <a:custGeom>
              <a:avLst/>
              <a:gdLst>
                <a:gd name="connsiteX0" fmla="*/ 9776 w 321345"/>
                <a:gd name="connsiteY0" fmla="*/ 38947 h 387207"/>
                <a:gd name="connsiteX1" fmla="*/ 112491 w 321345"/>
                <a:gd name="connsiteY1" fmla="*/ 244107 h 387207"/>
                <a:gd name="connsiteX2" fmla="*/ 234635 w 321345"/>
                <a:gd name="connsiteY2" fmla="*/ 387111 h 387207"/>
                <a:gd name="connsiteX3" fmla="*/ 305769 w 321345"/>
                <a:gd name="connsiteY3" fmla="*/ 100600 h 387207"/>
                <a:gd name="connsiteX4" fmla="*/ 9737 w 321345"/>
                <a:gd name="connsiteY4" fmla="*/ 38947 h 387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345" h="387207">
                  <a:moveTo>
                    <a:pt x="9776" y="38947"/>
                  </a:moveTo>
                  <a:cubicBezTo>
                    <a:pt x="-30242" y="99439"/>
                    <a:pt x="62294" y="161323"/>
                    <a:pt x="112491" y="244107"/>
                  </a:cubicBezTo>
                  <a:cubicBezTo>
                    <a:pt x="152780" y="310481"/>
                    <a:pt x="190824" y="385021"/>
                    <a:pt x="234635" y="387111"/>
                  </a:cubicBezTo>
                  <a:cubicBezTo>
                    <a:pt x="333054" y="391871"/>
                    <a:pt x="333054" y="220383"/>
                    <a:pt x="305769" y="100600"/>
                  </a:cubicBezTo>
                  <a:cubicBezTo>
                    <a:pt x="278484" y="-19183"/>
                    <a:pt x="49755" y="-21544"/>
                    <a:pt x="9737" y="38947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CCD1996-945F-F8F9-DC4B-63058965C2A9}"/>
                </a:ext>
              </a:extLst>
            </p:cNvPr>
            <p:cNvSpPr/>
            <p:nvPr/>
          </p:nvSpPr>
          <p:spPr>
            <a:xfrm>
              <a:off x="6469944" y="5017304"/>
              <a:ext cx="201959" cy="340536"/>
            </a:xfrm>
            <a:custGeom>
              <a:avLst/>
              <a:gdLst>
                <a:gd name="connsiteX0" fmla="*/ 151319 w 201959"/>
                <a:gd name="connsiteY0" fmla="*/ 801 h 340536"/>
                <a:gd name="connsiteX1" fmla="*/ 110 w 201959"/>
                <a:gd name="connsiteY1" fmla="*/ 232046 h 340536"/>
                <a:gd name="connsiteX2" fmla="*/ 105960 w 201959"/>
                <a:gd name="connsiteY2" fmla="*/ 295208 h 340536"/>
                <a:gd name="connsiteX3" fmla="*/ 201128 w 201959"/>
                <a:gd name="connsiteY3" fmla="*/ 336115 h 340536"/>
                <a:gd name="connsiteX4" fmla="*/ 159330 w 201959"/>
                <a:gd name="connsiteY4" fmla="*/ 145779 h 340536"/>
                <a:gd name="connsiteX5" fmla="*/ 151319 w 201959"/>
                <a:gd name="connsiteY5" fmla="*/ 801 h 34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959" h="340536">
                  <a:moveTo>
                    <a:pt x="151319" y="801"/>
                  </a:moveTo>
                  <a:cubicBezTo>
                    <a:pt x="100967" y="-15222"/>
                    <a:pt x="2780" y="214243"/>
                    <a:pt x="110" y="232046"/>
                  </a:cubicBezTo>
                  <a:cubicBezTo>
                    <a:pt x="-2561" y="249848"/>
                    <a:pt x="43689" y="248068"/>
                    <a:pt x="105960" y="295208"/>
                  </a:cubicBezTo>
                  <a:cubicBezTo>
                    <a:pt x="168231" y="342346"/>
                    <a:pt x="192227" y="345907"/>
                    <a:pt x="201128" y="336115"/>
                  </a:cubicBezTo>
                  <a:cubicBezTo>
                    <a:pt x="210030" y="326324"/>
                    <a:pt x="144198" y="218732"/>
                    <a:pt x="159330" y="145779"/>
                  </a:cubicBezTo>
                  <a:cubicBezTo>
                    <a:pt x="174462" y="72825"/>
                    <a:pt x="201670" y="16824"/>
                    <a:pt x="151319" y="801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A66B654F-813D-2994-20BA-2B07567D20DD}"/>
              </a:ext>
            </a:extLst>
          </p:cNvPr>
          <p:cNvGrpSpPr/>
          <p:nvPr/>
        </p:nvGrpSpPr>
        <p:grpSpPr>
          <a:xfrm>
            <a:off x="10477780" y="2368729"/>
            <a:ext cx="1332007" cy="1910599"/>
            <a:chOff x="10477780" y="2368729"/>
            <a:chExt cx="1332007" cy="1910599"/>
          </a:xfrm>
        </p:grpSpPr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5A3D23B0-86F2-CE6E-E58B-1AD727A4D200}"/>
                </a:ext>
              </a:extLst>
            </p:cNvPr>
            <p:cNvSpPr/>
            <p:nvPr/>
          </p:nvSpPr>
          <p:spPr>
            <a:xfrm>
              <a:off x="10809245" y="3709357"/>
              <a:ext cx="194489" cy="447971"/>
            </a:xfrm>
            <a:custGeom>
              <a:avLst/>
              <a:gdLst>
                <a:gd name="connsiteX0" fmla="*/ 13007 w 194489"/>
                <a:gd name="connsiteY0" fmla="*/ 188866 h 447971"/>
                <a:gd name="connsiteX1" fmla="*/ 467 w 194489"/>
                <a:gd name="connsiteY1" fmla="*/ 326336 h 447971"/>
                <a:gd name="connsiteX2" fmla="*/ 123811 w 194489"/>
                <a:gd name="connsiteY2" fmla="*/ 447589 h 447971"/>
                <a:gd name="connsiteX3" fmla="*/ 194365 w 194489"/>
                <a:gd name="connsiteY3" fmla="*/ 334695 h 447971"/>
                <a:gd name="connsiteX4" fmla="*/ 176678 w 194489"/>
                <a:gd name="connsiteY4" fmla="*/ 232754 h 447971"/>
                <a:gd name="connsiteX5" fmla="*/ 181826 w 194489"/>
                <a:gd name="connsiteY5" fmla="*/ 90060 h 447971"/>
                <a:gd name="connsiteX6" fmla="*/ 92307 w 194489"/>
                <a:gd name="connsiteY6" fmla="*/ 0 h 447971"/>
                <a:gd name="connsiteX7" fmla="*/ 13007 w 194489"/>
                <a:gd name="connsiteY7" fmla="*/ 188827 h 447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489" h="447971">
                  <a:moveTo>
                    <a:pt x="13007" y="188866"/>
                  </a:moveTo>
                  <a:cubicBezTo>
                    <a:pt x="10917" y="227529"/>
                    <a:pt x="-2668" y="270914"/>
                    <a:pt x="467" y="326336"/>
                  </a:cubicBezTo>
                  <a:cubicBezTo>
                    <a:pt x="3603" y="381757"/>
                    <a:pt x="64752" y="453859"/>
                    <a:pt x="123811" y="447589"/>
                  </a:cubicBezTo>
                  <a:cubicBezTo>
                    <a:pt x="182871" y="441319"/>
                    <a:pt x="195951" y="361864"/>
                    <a:pt x="194365" y="334695"/>
                  </a:cubicBezTo>
                  <a:cubicBezTo>
                    <a:pt x="192778" y="307526"/>
                    <a:pt x="177297" y="275636"/>
                    <a:pt x="176678" y="232754"/>
                  </a:cubicBezTo>
                  <a:cubicBezTo>
                    <a:pt x="176059" y="189872"/>
                    <a:pt x="186508" y="134490"/>
                    <a:pt x="181826" y="90060"/>
                  </a:cubicBezTo>
                  <a:cubicBezTo>
                    <a:pt x="177104" y="45630"/>
                    <a:pt x="165067" y="0"/>
                    <a:pt x="92307" y="0"/>
                  </a:cubicBezTo>
                  <a:cubicBezTo>
                    <a:pt x="19547" y="0"/>
                    <a:pt x="15097" y="150164"/>
                    <a:pt x="13007" y="188827"/>
                  </a:cubicBez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C226109-AE01-167A-9D9E-349F796EABE7}"/>
                </a:ext>
              </a:extLst>
            </p:cNvPr>
            <p:cNvSpPr/>
            <p:nvPr/>
          </p:nvSpPr>
          <p:spPr>
            <a:xfrm>
              <a:off x="10709012" y="3122872"/>
              <a:ext cx="317974" cy="671707"/>
            </a:xfrm>
            <a:custGeom>
              <a:avLst/>
              <a:gdLst>
                <a:gd name="connsiteX0" fmla="*/ 71480 w 317974"/>
                <a:gd name="connsiteY0" fmla="*/ 265336 h 671707"/>
                <a:gd name="connsiteX1" fmla="*/ 84833 w 317974"/>
                <a:gd name="connsiteY1" fmla="*/ 413565 h 671707"/>
                <a:gd name="connsiteX2" fmla="*/ 131198 w 317974"/>
                <a:gd name="connsiteY2" fmla="*/ 586679 h 671707"/>
                <a:gd name="connsiteX3" fmla="*/ 202990 w 317974"/>
                <a:gd name="connsiteY3" fmla="*/ 671707 h 671707"/>
                <a:gd name="connsiteX4" fmla="*/ 254928 w 317974"/>
                <a:gd name="connsiteY4" fmla="*/ 591672 h 671707"/>
                <a:gd name="connsiteX5" fmla="*/ 269209 w 317974"/>
                <a:gd name="connsiteY5" fmla="*/ 488879 h 671707"/>
                <a:gd name="connsiteX6" fmla="*/ 299242 w 317974"/>
                <a:gd name="connsiteY6" fmla="*/ 373856 h 671707"/>
                <a:gd name="connsiteX7" fmla="*/ 317974 w 317974"/>
                <a:gd name="connsiteY7" fmla="*/ 167652 h 671707"/>
                <a:gd name="connsiteX8" fmla="*/ 2243 w 317974"/>
                <a:gd name="connsiteY8" fmla="*/ 50927 h 671707"/>
                <a:gd name="connsiteX9" fmla="*/ 71441 w 317974"/>
                <a:gd name="connsiteY9" fmla="*/ 265336 h 671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7974" h="671707">
                  <a:moveTo>
                    <a:pt x="71480" y="265336"/>
                  </a:moveTo>
                  <a:cubicBezTo>
                    <a:pt x="78602" y="313365"/>
                    <a:pt x="74422" y="350829"/>
                    <a:pt x="84833" y="413565"/>
                  </a:cubicBezTo>
                  <a:cubicBezTo>
                    <a:pt x="95205" y="476301"/>
                    <a:pt x="119471" y="530909"/>
                    <a:pt x="131198" y="586679"/>
                  </a:cubicBezTo>
                  <a:cubicBezTo>
                    <a:pt x="142925" y="642449"/>
                    <a:pt x="161037" y="671707"/>
                    <a:pt x="202990" y="671707"/>
                  </a:cubicBezTo>
                  <a:cubicBezTo>
                    <a:pt x="244943" y="671707"/>
                    <a:pt x="253148" y="614196"/>
                    <a:pt x="254928" y="591672"/>
                  </a:cubicBezTo>
                  <a:cubicBezTo>
                    <a:pt x="255741" y="581144"/>
                    <a:pt x="259650" y="529980"/>
                    <a:pt x="269209" y="488879"/>
                  </a:cubicBezTo>
                  <a:cubicBezTo>
                    <a:pt x="280162" y="441933"/>
                    <a:pt x="297036" y="403580"/>
                    <a:pt x="299242" y="373856"/>
                  </a:cubicBezTo>
                  <a:cubicBezTo>
                    <a:pt x="303422" y="318087"/>
                    <a:pt x="317974" y="167652"/>
                    <a:pt x="317974" y="167652"/>
                  </a:cubicBezTo>
                  <a:cubicBezTo>
                    <a:pt x="317974" y="167652"/>
                    <a:pt x="-31080" y="-111854"/>
                    <a:pt x="2243" y="50927"/>
                  </a:cubicBezTo>
                  <a:cubicBezTo>
                    <a:pt x="35565" y="213746"/>
                    <a:pt x="64321" y="217307"/>
                    <a:pt x="71441" y="265336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EFF35B75-90F2-295B-B9AA-CBEAB68EE900}"/>
                </a:ext>
              </a:extLst>
            </p:cNvPr>
            <p:cNvSpPr/>
            <p:nvPr/>
          </p:nvSpPr>
          <p:spPr>
            <a:xfrm>
              <a:off x="11585921" y="3611131"/>
              <a:ext cx="133560" cy="355168"/>
            </a:xfrm>
            <a:custGeom>
              <a:avLst/>
              <a:gdLst>
                <a:gd name="connsiteX0" fmla="*/ 133561 w 133560"/>
                <a:gd name="connsiteY0" fmla="*/ 0 h 355168"/>
                <a:gd name="connsiteX1" fmla="*/ 104341 w 133560"/>
                <a:gd name="connsiteY1" fmla="*/ 187086 h 355168"/>
                <a:gd name="connsiteX2" fmla="*/ 0 w 133560"/>
                <a:gd name="connsiteY2" fmla="*/ 355168 h 355168"/>
                <a:gd name="connsiteX3" fmla="*/ 0 w 133560"/>
                <a:gd name="connsiteY3" fmla="*/ 21944 h 355168"/>
                <a:gd name="connsiteX4" fmla="*/ 133561 w 133560"/>
                <a:gd name="connsiteY4" fmla="*/ 0 h 35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60" h="355168">
                  <a:moveTo>
                    <a:pt x="133561" y="0"/>
                  </a:moveTo>
                  <a:cubicBezTo>
                    <a:pt x="133561" y="0"/>
                    <a:pt x="117384" y="149119"/>
                    <a:pt x="104341" y="187086"/>
                  </a:cubicBezTo>
                  <a:cubicBezTo>
                    <a:pt x="91298" y="225014"/>
                    <a:pt x="0" y="355168"/>
                    <a:pt x="0" y="355168"/>
                  </a:cubicBezTo>
                  <a:lnTo>
                    <a:pt x="0" y="21944"/>
                  </a:lnTo>
                  <a:lnTo>
                    <a:pt x="133561" y="0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C3E8902A-D680-71B7-8B34-5E4C96D001F6}"/>
                </a:ext>
              </a:extLst>
            </p:cNvPr>
            <p:cNvSpPr/>
            <p:nvPr/>
          </p:nvSpPr>
          <p:spPr>
            <a:xfrm>
              <a:off x="10610242" y="3611131"/>
              <a:ext cx="133560" cy="355168"/>
            </a:xfrm>
            <a:custGeom>
              <a:avLst/>
              <a:gdLst>
                <a:gd name="connsiteX0" fmla="*/ 0 w 133560"/>
                <a:gd name="connsiteY0" fmla="*/ 0 h 355168"/>
                <a:gd name="connsiteX1" fmla="*/ 29220 w 133560"/>
                <a:gd name="connsiteY1" fmla="*/ 187086 h 355168"/>
                <a:gd name="connsiteX2" fmla="*/ 133561 w 133560"/>
                <a:gd name="connsiteY2" fmla="*/ 355168 h 355168"/>
                <a:gd name="connsiteX3" fmla="*/ 133561 w 133560"/>
                <a:gd name="connsiteY3" fmla="*/ 21944 h 355168"/>
                <a:gd name="connsiteX4" fmla="*/ 0 w 133560"/>
                <a:gd name="connsiteY4" fmla="*/ 0 h 35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60" h="355168">
                  <a:moveTo>
                    <a:pt x="0" y="0"/>
                  </a:moveTo>
                  <a:cubicBezTo>
                    <a:pt x="0" y="0"/>
                    <a:pt x="16178" y="149119"/>
                    <a:pt x="29220" y="187086"/>
                  </a:cubicBezTo>
                  <a:cubicBezTo>
                    <a:pt x="42263" y="225014"/>
                    <a:pt x="133561" y="355168"/>
                    <a:pt x="133561" y="355168"/>
                  </a:cubicBezTo>
                  <a:lnTo>
                    <a:pt x="133561" y="21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722D97B1-E84C-F68A-CFEE-2FFA3973F7E7}"/>
                </a:ext>
              </a:extLst>
            </p:cNvPr>
            <p:cNvSpPr/>
            <p:nvPr/>
          </p:nvSpPr>
          <p:spPr>
            <a:xfrm>
              <a:off x="10686872" y="3130375"/>
              <a:ext cx="375332" cy="224173"/>
            </a:xfrm>
            <a:custGeom>
              <a:avLst/>
              <a:gdLst>
                <a:gd name="connsiteX0" fmla="*/ 0 w 375332"/>
                <a:gd name="connsiteY0" fmla="*/ 0 h 224173"/>
                <a:gd name="connsiteX1" fmla="*/ 50932 w 375332"/>
                <a:gd name="connsiteY1" fmla="*/ 160149 h 224173"/>
                <a:gd name="connsiteX2" fmla="*/ 194130 w 375332"/>
                <a:gd name="connsiteY2" fmla="*/ 224046 h 224173"/>
                <a:gd name="connsiteX3" fmla="*/ 341778 w 375332"/>
                <a:gd name="connsiteY3" fmla="*/ 155582 h 224173"/>
                <a:gd name="connsiteX4" fmla="*/ 375332 w 375332"/>
                <a:gd name="connsiteY4" fmla="*/ 62775 h 224173"/>
                <a:gd name="connsiteX5" fmla="*/ 39 w 375332"/>
                <a:gd name="connsiteY5" fmla="*/ 39 h 224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5332" h="224173">
                  <a:moveTo>
                    <a:pt x="0" y="0"/>
                  </a:moveTo>
                  <a:cubicBezTo>
                    <a:pt x="0" y="0"/>
                    <a:pt x="41488" y="125627"/>
                    <a:pt x="50932" y="160149"/>
                  </a:cubicBezTo>
                  <a:cubicBezTo>
                    <a:pt x="60337" y="194632"/>
                    <a:pt x="121989" y="221956"/>
                    <a:pt x="194130" y="224046"/>
                  </a:cubicBezTo>
                  <a:cubicBezTo>
                    <a:pt x="266270" y="226136"/>
                    <a:pt x="327148" y="202605"/>
                    <a:pt x="341778" y="155582"/>
                  </a:cubicBezTo>
                  <a:cubicBezTo>
                    <a:pt x="356407" y="108559"/>
                    <a:pt x="375332" y="62775"/>
                    <a:pt x="375332" y="62775"/>
                  </a:cubicBezTo>
                  <a:lnTo>
                    <a:pt x="39" y="39"/>
                  </a:ln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D4627491-D40F-CC0C-6F89-954D6DA08710}"/>
                </a:ext>
              </a:extLst>
            </p:cNvPr>
            <p:cNvSpPr/>
            <p:nvPr/>
          </p:nvSpPr>
          <p:spPr>
            <a:xfrm>
              <a:off x="11130537" y="2368729"/>
              <a:ext cx="256263" cy="501900"/>
            </a:xfrm>
            <a:custGeom>
              <a:avLst/>
              <a:gdLst>
                <a:gd name="connsiteX0" fmla="*/ 255333 w 256263"/>
                <a:gd name="connsiteY0" fmla="*/ 273419 h 501900"/>
                <a:gd name="connsiteX1" fmla="*/ 221081 w 256263"/>
                <a:gd name="connsiteY1" fmla="*/ 29906 h 501900"/>
                <a:gd name="connsiteX2" fmla="*/ 102808 w 256263"/>
                <a:gd name="connsiteY2" fmla="*/ 23520 h 501900"/>
                <a:gd name="connsiteX3" fmla="*/ 39375 w 256263"/>
                <a:gd name="connsiteY3" fmla="*/ 224384 h 501900"/>
                <a:gd name="connsiteX4" fmla="*/ 4195 w 256263"/>
                <a:gd name="connsiteY4" fmla="*/ 353377 h 501900"/>
                <a:gd name="connsiteX5" fmla="*/ 96112 w 256263"/>
                <a:gd name="connsiteY5" fmla="*/ 499168 h 501900"/>
                <a:gd name="connsiteX6" fmla="*/ 255333 w 256263"/>
                <a:gd name="connsiteY6" fmla="*/ 273458 h 50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63" h="501900">
                  <a:moveTo>
                    <a:pt x="255333" y="273419"/>
                  </a:moveTo>
                  <a:cubicBezTo>
                    <a:pt x="246895" y="163583"/>
                    <a:pt x="238885" y="69188"/>
                    <a:pt x="221081" y="29906"/>
                  </a:cubicBezTo>
                  <a:cubicBezTo>
                    <a:pt x="203279" y="-9377"/>
                    <a:pt x="124675" y="-8332"/>
                    <a:pt x="102808" y="23520"/>
                  </a:cubicBezTo>
                  <a:cubicBezTo>
                    <a:pt x="88875" y="43761"/>
                    <a:pt x="60933" y="135059"/>
                    <a:pt x="39375" y="224384"/>
                  </a:cubicBezTo>
                  <a:cubicBezTo>
                    <a:pt x="27030" y="275470"/>
                    <a:pt x="5550" y="324622"/>
                    <a:pt x="4195" y="353377"/>
                  </a:cubicBezTo>
                  <a:cubicBezTo>
                    <a:pt x="518" y="432446"/>
                    <a:pt x="-22470" y="475095"/>
                    <a:pt x="96112" y="499168"/>
                  </a:cubicBezTo>
                  <a:cubicBezTo>
                    <a:pt x="214696" y="523241"/>
                    <a:pt x="263808" y="383294"/>
                    <a:pt x="255333" y="273458"/>
                  </a:cubicBez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27739607-98D8-C0D8-9045-09D26649BA0A}"/>
                </a:ext>
              </a:extLst>
            </p:cNvPr>
            <p:cNvSpPr/>
            <p:nvPr/>
          </p:nvSpPr>
          <p:spPr>
            <a:xfrm>
              <a:off x="11217047" y="2422221"/>
              <a:ext cx="348516" cy="551371"/>
            </a:xfrm>
            <a:custGeom>
              <a:avLst/>
              <a:gdLst>
                <a:gd name="connsiteX0" fmla="*/ 108564 w 348516"/>
                <a:gd name="connsiteY0" fmla="*/ 551371 h 551371"/>
                <a:gd name="connsiteX1" fmla="*/ 41610 w 348516"/>
                <a:gd name="connsiteY1" fmla="*/ 370052 h 551371"/>
                <a:gd name="connsiteX2" fmla="*/ 19085 w 348516"/>
                <a:gd name="connsiteY2" fmla="*/ 231499 h 551371"/>
                <a:gd name="connsiteX3" fmla="*/ 2366 w 348516"/>
                <a:gd name="connsiteY3" fmla="*/ 173252 h 551371"/>
                <a:gd name="connsiteX4" fmla="*/ 41377 w 348516"/>
                <a:gd name="connsiteY4" fmla="*/ 21386 h 551371"/>
                <a:gd name="connsiteX5" fmla="*/ 122923 w 348516"/>
                <a:gd name="connsiteY5" fmla="*/ 22701 h 551371"/>
                <a:gd name="connsiteX6" fmla="*/ 144325 w 348516"/>
                <a:gd name="connsiteY6" fmla="*/ 119418 h 551371"/>
                <a:gd name="connsiteX7" fmla="*/ 253464 w 348516"/>
                <a:gd name="connsiteY7" fmla="*/ 228209 h 551371"/>
                <a:gd name="connsiteX8" fmla="*/ 348517 w 348516"/>
                <a:gd name="connsiteY8" fmla="*/ 411657 h 551371"/>
                <a:gd name="connsiteX9" fmla="*/ 108487 w 348516"/>
                <a:gd name="connsiteY9" fmla="*/ 551371 h 551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8516" h="551371">
                  <a:moveTo>
                    <a:pt x="108564" y="551371"/>
                  </a:moveTo>
                  <a:cubicBezTo>
                    <a:pt x="108564" y="551371"/>
                    <a:pt x="44280" y="459261"/>
                    <a:pt x="41610" y="370052"/>
                  </a:cubicBezTo>
                  <a:cubicBezTo>
                    <a:pt x="38978" y="280883"/>
                    <a:pt x="19085" y="231499"/>
                    <a:pt x="19085" y="231499"/>
                  </a:cubicBezTo>
                  <a:cubicBezTo>
                    <a:pt x="19085" y="231499"/>
                    <a:pt x="-8007" y="229525"/>
                    <a:pt x="2366" y="173252"/>
                  </a:cubicBezTo>
                  <a:cubicBezTo>
                    <a:pt x="12738" y="116980"/>
                    <a:pt x="32979" y="46813"/>
                    <a:pt x="41377" y="21386"/>
                  </a:cubicBezTo>
                  <a:cubicBezTo>
                    <a:pt x="49776" y="-4080"/>
                    <a:pt x="108099" y="-10505"/>
                    <a:pt x="122923" y="22701"/>
                  </a:cubicBezTo>
                  <a:cubicBezTo>
                    <a:pt x="137746" y="55908"/>
                    <a:pt x="129077" y="101383"/>
                    <a:pt x="144325" y="119418"/>
                  </a:cubicBezTo>
                  <a:cubicBezTo>
                    <a:pt x="159573" y="137453"/>
                    <a:pt x="202572" y="178400"/>
                    <a:pt x="253464" y="228209"/>
                  </a:cubicBezTo>
                  <a:cubicBezTo>
                    <a:pt x="304358" y="278019"/>
                    <a:pt x="348517" y="411657"/>
                    <a:pt x="348517" y="411657"/>
                  </a:cubicBezTo>
                  <a:lnTo>
                    <a:pt x="108487" y="551371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4F59D533-D31A-7467-7813-ECCF16B7FB97}"/>
                </a:ext>
              </a:extLst>
            </p:cNvPr>
            <p:cNvSpPr/>
            <p:nvPr/>
          </p:nvSpPr>
          <p:spPr>
            <a:xfrm>
              <a:off x="11187290" y="2688972"/>
              <a:ext cx="397547" cy="156439"/>
            </a:xfrm>
            <a:custGeom>
              <a:avLst/>
              <a:gdLst>
                <a:gd name="connsiteX0" fmla="*/ 39 w 397547"/>
                <a:gd name="connsiteY0" fmla="*/ 156439 h 156439"/>
                <a:gd name="connsiteX1" fmla="*/ 42921 w 397547"/>
                <a:gd name="connsiteY1" fmla="*/ 35147 h 156439"/>
                <a:gd name="connsiteX2" fmla="*/ 237399 w 397547"/>
                <a:gd name="connsiteY2" fmla="*/ 161 h 156439"/>
                <a:gd name="connsiteX3" fmla="*/ 333147 w 397547"/>
                <a:gd name="connsiteY3" fmla="*/ 24156 h 156439"/>
                <a:gd name="connsiteX4" fmla="*/ 397547 w 397547"/>
                <a:gd name="connsiteY4" fmla="*/ 125749 h 156439"/>
                <a:gd name="connsiteX5" fmla="*/ 0 w 397547"/>
                <a:gd name="connsiteY5" fmla="*/ 156439 h 156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7547" h="156439">
                  <a:moveTo>
                    <a:pt x="39" y="156439"/>
                  </a:moveTo>
                  <a:lnTo>
                    <a:pt x="42921" y="35147"/>
                  </a:lnTo>
                  <a:cubicBezTo>
                    <a:pt x="42921" y="35147"/>
                    <a:pt x="147261" y="3721"/>
                    <a:pt x="237399" y="161"/>
                  </a:cubicBezTo>
                  <a:cubicBezTo>
                    <a:pt x="288756" y="-1852"/>
                    <a:pt x="326258" y="15564"/>
                    <a:pt x="333147" y="24156"/>
                  </a:cubicBezTo>
                  <a:cubicBezTo>
                    <a:pt x="352111" y="47880"/>
                    <a:pt x="397547" y="125749"/>
                    <a:pt x="397547" y="125749"/>
                  </a:cubicBezTo>
                  <a:lnTo>
                    <a:pt x="0" y="156439"/>
                  </a:ln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BFA1E898-755C-3E77-47B3-128AE35F7FBF}"/>
                </a:ext>
              </a:extLst>
            </p:cNvPr>
            <p:cNvSpPr/>
            <p:nvPr/>
          </p:nvSpPr>
          <p:spPr>
            <a:xfrm>
              <a:off x="10511549" y="2727708"/>
              <a:ext cx="1250234" cy="564800"/>
            </a:xfrm>
            <a:custGeom>
              <a:avLst/>
              <a:gdLst>
                <a:gd name="connsiteX0" fmla="*/ 1250117 w 1250234"/>
                <a:gd name="connsiteY0" fmla="*/ 252387 h 564800"/>
                <a:gd name="connsiteX1" fmla="*/ 1042443 w 1250234"/>
                <a:gd name="connsiteY1" fmla="*/ 39332 h 564800"/>
                <a:gd name="connsiteX2" fmla="*/ 604026 w 1250234"/>
                <a:gd name="connsiteY2" fmla="*/ 591 h 564800"/>
                <a:gd name="connsiteX3" fmla="*/ 198816 w 1250234"/>
                <a:gd name="connsiteY3" fmla="*/ 55625 h 564800"/>
                <a:gd name="connsiteX4" fmla="*/ 81 w 1250234"/>
                <a:gd name="connsiteY4" fmla="*/ 226882 h 564800"/>
                <a:gd name="connsiteX5" fmla="*/ 137628 w 1250234"/>
                <a:gd name="connsiteY5" fmla="*/ 405066 h 564800"/>
                <a:gd name="connsiteX6" fmla="*/ 383153 w 1250234"/>
                <a:gd name="connsiteY6" fmla="*/ 547876 h 564800"/>
                <a:gd name="connsiteX7" fmla="*/ 606077 w 1250234"/>
                <a:gd name="connsiteY7" fmla="*/ 516799 h 564800"/>
                <a:gd name="connsiteX8" fmla="*/ 873509 w 1250234"/>
                <a:gd name="connsiteY8" fmla="*/ 563435 h 564800"/>
                <a:gd name="connsiteX9" fmla="*/ 1048442 w 1250234"/>
                <a:gd name="connsiteY9" fmla="*/ 421940 h 564800"/>
                <a:gd name="connsiteX10" fmla="*/ 1250156 w 1250234"/>
                <a:gd name="connsiteY10" fmla="*/ 252387 h 56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50234" h="564800">
                  <a:moveTo>
                    <a:pt x="1250117" y="252387"/>
                  </a:moveTo>
                  <a:cubicBezTo>
                    <a:pt x="1254530" y="138138"/>
                    <a:pt x="1133354" y="81323"/>
                    <a:pt x="1042443" y="39332"/>
                  </a:cubicBezTo>
                  <a:cubicBezTo>
                    <a:pt x="951532" y="-2660"/>
                    <a:pt x="801445" y="6164"/>
                    <a:pt x="604026" y="591"/>
                  </a:cubicBezTo>
                  <a:cubicBezTo>
                    <a:pt x="406568" y="-4982"/>
                    <a:pt x="285973" y="30043"/>
                    <a:pt x="198816" y="55625"/>
                  </a:cubicBezTo>
                  <a:cubicBezTo>
                    <a:pt x="111659" y="81207"/>
                    <a:pt x="-3480" y="135700"/>
                    <a:pt x="81" y="226882"/>
                  </a:cubicBezTo>
                  <a:cubicBezTo>
                    <a:pt x="3642" y="318064"/>
                    <a:pt x="53993" y="369499"/>
                    <a:pt x="137628" y="405066"/>
                  </a:cubicBezTo>
                  <a:cubicBezTo>
                    <a:pt x="221302" y="440633"/>
                    <a:pt x="266235" y="544974"/>
                    <a:pt x="383153" y="547876"/>
                  </a:cubicBezTo>
                  <a:cubicBezTo>
                    <a:pt x="500073" y="550779"/>
                    <a:pt x="542877" y="521908"/>
                    <a:pt x="606077" y="516799"/>
                  </a:cubicBezTo>
                  <a:cubicBezTo>
                    <a:pt x="669278" y="511651"/>
                    <a:pt x="763827" y="574774"/>
                    <a:pt x="873509" y="563435"/>
                  </a:cubicBezTo>
                  <a:cubicBezTo>
                    <a:pt x="983190" y="552095"/>
                    <a:pt x="1017558" y="449535"/>
                    <a:pt x="1048442" y="421940"/>
                  </a:cubicBezTo>
                  <a:cubicBezTo>
                    <a:pt x="1079287" y="394346"/>
                    <a:pt x="1245745" y="366635"/>
                    <a:pt x="1250156" y="252387"/>
                  </a:cubicBezTo>
                  <a:close/>
                </a:path>
              </a:pathLst>
            </a:custGeom>
            <a:gradFill>
              <a:gsLst>
                <a:gs pos="0">
                  <a:srgbClr val="FB8381"/>
                </a:gs>
                <a:gs pos="50000">
                  <a:srgbClr val="FA6D6C"/>
                </a:gs>
                <a:gs pos="100000">
                  <a:srgbClr val="FA5858"/>
                </a:gs>
              </a:gsLst>
              <a:lin ang="119873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8F2A1C2B-E7BB-BA86-DD71-03C645B4FE8A}"/>
                </a:ext>
              </a:extLst>
            </p:cNvPr>
            <p:cNvSpPr/>
            <p:nvPr/>
          </p:nvSpPr>
          <p:spPr>
            <a:xfrm>
              <a:off x="11544896" y="2861222"/>
              <a:ext cx="264891" cy="760709"/>
            </a:xfrm>
            <a:custGeom>
              <a:avLst/>
              <a:gdLst>
                <a:gd name="connsiteX0" fmla="*/ 188866 w 264891"/>
                <a:gd name="connsiteY0" fmla="*/ 27265 h 760709"/>
                <a:gd name="connsiteX1" fmla="*/ 264722 w 264891"/>
                <a:gd name="connsiteY1" fmla="*/ 395940 h 760709"/>
                <a:gd name="connsiteX2" fmla="*/ 242430 w 264891"/>
                <a:gd name="connsiteY2" fmla="*/ 601138 h 760709"/>
                <a:gd name="connsiteX3" fmla="*/ 219480 w 264891"/>
                <a:gd name="connsiteY3" fmla="*/ 749909 h 760709"/>
                <a:gd name="connsiteX4" fmla="*/ 55577 w 264891"/>
                <a:gd name="connsiteY4" fmla="*/ 738066 h 760709"/>
                <a:gd name="connsiteX5" fmla="*/ 54144 w 264891"/>
                <a:gd name="connsiteY5" fmla="*/ 452252 h 760709"/>
                <a:gd name="connsiteX6" fmla="*/ 0 w 264891"/>
                <a:gd name="connsiteY6" fmla="*/ 218337 h 760709"/>
                <a:gd name="connsiteX7" fmla="*/ 188827 w 264891"/>
                <a:gd name="connsiteY7" fmla="*/ 27265 h 76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4891" h="760709">
                  <a:moveTo>
                    <a:pt x="188866" y="27265"/>
                  </a:moveTo>
                  <a:cubicBezTo>
                    <a:pt x="272966" y="146428"/>
                    <a:pt x="264568" y="344931"/>
                    <a:pt x="264722" y="395940"/>
                  </a:cubicBezTo>
                  <a:cubicBezTo>
                    <a:pt x="264800" y="423186"/>
                    <a:pt x="242275" y="516419"/>
                    <a:pt x="242430" y="601138"/>
                  </a:cubicBezTo>
                  <a:cubicBezTo>
                    <a:pt x="242624" y="685896"/>
                    <a:pt x="222537" y="740969"/>
                    <a:pt x="219480" y="749909"/>
                  </a:cubicBezTo>
                  <a:cubicBezTo>
                    <a:pt x="212939" y="769105"/>
                    <a:pt x="61885" y="761210"/>
                    <a:pt x="55577" y="738066"/>
                  </a:cubicBezTo>
                  <a:cubicBezTo>
                    <a:pt x="49306" y="714922"/>
                    <a:pt x="59253" y="508602"/>
                    <a:pt x="54144" y="452252"/>
                  </a:cubicBezTo>
                  <a:cubicBezTo>
                    <a:pt x="49075" y="395940"/>
                    <a:pt x="0" y="218337"/>
                    <a:pt x="0" y="218337"/>
                  </a:cubicBezTo>
                  <a:cubicBezTo>
                    <a:pt x="0" y="218337"/>
                    <a:pt x="104728" y="-91938"/>
                    <a:pt x="188827" y="27265"/>
                  </a:cubicBezTo>
                  <a:close/>
                </a:path>
              </a:pathLst>
            </a:custGeom>
            <a:gradFill>
              <a:gsLst>
                <a:gs pos="0">
                  <a:srgbClr val="FB8381"/>
                </a:gs>
                <a:gs pos="50000">
                  <a:srgbClr val="FA6D6C"/>
                </a:gs>
                <a:gs pos="100000">
                  <a:srgbClr val="FA5858"/>
                </a:gs>
              </a:gsLst>
              <a:lin ang="119873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BE5A596-EE25-D25B-C128-0C8EF408C4B0}"/>
                </a:ext>
              </a:extLst>
            </p:cNvPr>
            <p:cNvSpPr/>
            <p:nvPr/>
          </p:nvSpPr>
          <p:spPr>
            <a:xfrm>
              <a:off x="10477780" y="2862159"/>
              <a:ext cx="262152" cy="763492"/>
            </a:xfrm>
            <a:custGeom>
              <a:avLst/>
              <a:gdLst>
                <a:gd name="connsiteX0" fmla="*/ 51963 w 262152"/>
                <a:gd name="connsiteY0" fmla="*/ 26328 h 763492"/>
                <a:gd name="connsiteX1" fmla="*/ 18330 w 262152"/>
                <a:gd name="connsiteY1" fmla="*/ 402938 h 763492"/>
                <a:gd name="connsiteX2" fmla="*/ 78202 w 262152"/>
                <a:gd name="connsiteY2" fmla="*/ 632170 h 763492"/>
                <a:gd name="connsiteX3" fmla="*/ 104597 w 262152"/>
                <a:gd name="connsiteY3" fmla="*/ 756984 h 763492"/>
                <a:gd name="connsiteX4" fmla="*/ 261263 w 262152"/>
                <a:gd name="connsiteY4" fmla="*/ 738175 h 763492"/>
                <a:gd name="connsiteX5" fmla="*/ 240054 w 262152"/>
                <a:gd name="connsiteY5" fmla="*/ 453134 h 763492"/>
                <a:gd name="connsiteX6" fmla="*/ 262153 w 262152"/>
                <a:gd name="connsiteY6" fmla="*/ 230791 h 763492"/>
                <a:gd name="connsiteX7" fmla="*/ 51924 w 262152"/>
                <a:gd name="connsiteY7" fmla="*/ 26367 h 763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2152" h="763492">
                  <a:moveTo>
                    <a:pt x="51963" y="26328"/>
                  </a:moveTo>
                  <a:cubicBezTo>
                    <a:pt x="-32138" y="145492"/>
                    <a:pt x="8848" y="282187"/>
                    <a:pt x="18330" y="402938"/>
                  </a:cubicBezTo>
                  <a:cubicBezTo>
                    <a:pt x="22936" y="461339"/>
                    <a:pt x="74061" y="575858"/>
                    <a:pt x="78202" y="632170"/>
                  </a:cubicBezTo>
                  <a:cubicBezTo>
                    <a:pt x="82343" y="688481"/>
                    <a:pt x="96895" y="741271"/>
                    <a:pt x="104597" y="756984"/>
                  </a:cubicBezTo>
                  <a:cubicBezTo>
                    <a:pt x="112299" y="772697"/>
                    <a:pt x="255651" y="757409"/>
                    <a:pt x="261263" y="738175"/>
                  </a:cubicBezTo>
                  <a:cubicBezTo>
                    <a:pt x="266913" y="718901"/>
                    <a:pt x="240054" y="524501"/>
                    <a:pt x="240054" y="453134"/>
                  </a:cubicBezTo>
                  <a:cubicBezTo>
                    <a:pt x="240054" y="381767"/>
                    <a:pt x="262153" y="230791"/>
                    <a:pt x="262153" y="230791"/>
                  </a:cubicBezTo>
                  <a:cubicBezTo>
                    <a:pt x="262153" y="230791"/>
                    <a:pt x="136023" y="-92836"/>
                    <a:pt x="51924" y="26367"/>
                  </a:cubicBezTo>
                  <a:close/>
                </a:path>
              </a:pathLst>
            </a:custGeom>
            <a:gradFill>
              <a:gsLst>
                <a:gs pos="0">
                  <a:srgbClr val="FB8381"/>
                </a:gs>
                <a:gs pos="50000">
                  <a:srgbClr val="FA6D6C"/>
                </a:gs>
                <a:gs pos="100000">
                  <a:srgbClr val="FA5858"/>
                </a:gs>
              </a:gsLst>
              <a:lin ang="119873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E6AC60D-AA91-4926-1B0B-43DF7C3DE7E2}"/>
                </a:ext>
              </a:extLst>
            </p:cNvPr>
            <p:cNvSpPr/>
            <p:nvPr/>
          </p:nvSpPr>
          <p:spPr>
            <a:xfrm>
              <a:off x="10596774" y="3595457"/>
              <a:ext cx="131686" cy="70083"/>
            </a:xfrm>
            <a:custGeom>
              <a:avLst/>
              <a:gdLst>
                <a:gd name="connsiteX0" fmla="*/ 0 w 131686"/>
                <a:gd name="connsiteY0" fmla="*/ 21325 h 70083"/>
                <a:gd name="connsiteX1" fmla="*/ 13468 w 131686"/>
                <a:gd name="connsiteY1" fmla="*/ 68464 h 70083"/>
                <a:gd name="connsiteX2" fmla="*/ 130310 w 131686"/>
                <a:gd name="connsiteY2" fmla="*/ 55576 h 70083"/>
                <a:gd name="connsiteX3" fmla="*/ 130310 w 131686"/>
                <a:gd name="connsiteY3" fmla="*/ 0 h 70083"/>
                <a:gd name="connsiteX4" fmla="*/ 0 w 131686"/>
                <a:gd name="connsiteY4" fmla="*/ 21364 h 70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686" h="70083">
                  <a:moveTo>
                    <a:pt x="0" y="21325"/>
                  </a:moveTo>
                  <a:cubicBezTo>
                    <a:pt x="0" y="21325"/>
                    <a:pt x="11340" y="62233"/>
                    <a:pt x="13468" y="68464"/>
                  </a:cubicBezTo>
                  <a:cubicBezTo>
                    <a:pt x="15597" y="74695"/>
                    <a:pt x="127175" y="61343"/>
                    <a:pt x="130310" y="55576"/>
                  </a:cubicBezTo>
                  <a:cubicBezTo>
                    <a:pt x="133406" y="49809"/>
                    <a:pt x="130310" y="0"/>
                    <a:pt x="130310" y="0"/>
                  </a:cubicBezTo>
                  <a:lnTo>
                    <a:pt x="0" y="21364"/>
                  </a:lnTo>
                  <a:close/>
                </a:path>
              </a:pathLst>
            </a:custGeom>
            <a:gradFill>
              <a:gsLst>
                <a:gs pos="0">
                  <a:srgbClr val="FB8381"/>
                </a:gs>
                <a:gs pos="50000">
                  <a:srgbClr val="FA6D6C"/>
                </a:gs>
                <a:gs pos="100000">
                  <a:srgbClr val="FA5858"/>
                </a:gs>
              </a:gsLst>
              <a:lin ang="119873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8F7AD56D-857F-7602-FA6E-852581CF7DD9}"/>
                </a:ext>
              </a:extLst>
            </p:cNvPr>
            <p:cNvSpPr/>
            <p:nvPr/>
          </p:nvSpPr>
          <p:spPr>
            <a:xfrm>
              <a:off x="11609740" y="3601649"/>
              <a:ext cx="133465" cy="57354"/>
            </a:xfrm>
            <a:custGeom>
              <a:avLst/>
              <a:gdLst>
                <a:gd name="connsiteX0" fmla="*/ 1376 w 133465"/>
                <a:gd name="connsiteY0" fmla="*/ 0 h 57354"/>
                <a:gd name="connsiteX1" fmla="*/ 1376 w 133465"/>
                <a:gd name="connsiteY1" fmla="*/ 39128 h 57354"/>
                <a:gd name="connsiteX2" fmla="*/ 114347 w 133465"/>
                <a:gd name="connsiteY2" fmla="*/ 56931 h 57354"/>
                <a:gd name="connsiteX3" fmla="*/ 133466 w 133465"/>
                <a:gd name="connsiteY3" fmla="*/ 0 h 57354"/>
                <a:gd name="connsiteX4" fmla="*/ 1376 w 133465"/>
                <a:gd name="connsiteY4" fmla="*/ 0 h 57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465" h="57354">
                  <a:moveTo>
                    <a:pt x="1376" y="0"/>
                  </a:moveTo>
                  <a:cubicBezTo>
                    <a:pt x="1376" y="0"/>
                    <a:pt x="-1720" y="32897"/>
                    <a:pt x="1376" y="39128"/>
                  </a:cubicBezTo>
                  <a:cubicBezTo>
                    <a:pt x="4473" y="45359"/>
                    <a:pt x="107227" y="60027"/>
                    <a:pt x="114347" y="56931"/>
                  </a:cubicBezTo>
                  <a:cubicBezTo>
                    <a:pt x="121469" y="53835"/>
                    <a:pt x="133466" y="0"/>
                    <a:pt x="133466" y="0"/>
                  </a:cubicBezTo>
                  <a:lnTo>
                    <a:pt x="1376" y="0"/>
                  </a:lnTo>
                  <a:close/>
                </a:path>
              </a:pathLst>
            </a:custGeom>
            <a:gradFill>
              <a:gsLst>
                <a:gs pos="0">
                  <a:srgbClr val="FB8381"/>
                </a:gs>
                <a:gs pos="50000">
                  <a:srgbClr val="FA6D6C"/>
                </a:gs>
                <a:gs pos="100000">
                  <a:srgbClr val="FA5858"/>
                </a:gs>
              </a:gsLst>
              <a:lin ang="119873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EFC47A2C-E1FA-ACE8-2E92-A698488C3027}"/>
                </a:ext>
              </a:extLst>
            </p:cNvPr>
            <p:cNvSpPr/>
            <p:nvPr/>
          </p:nvSpPr>
          <p:spPr>
            <a:xfrm rot="21538200">
              <a:off x="10721493" y="3379197"/>
              <a:ext cx="900131" cy="900131"/>
            </a:xfrm>
            <a:custGeom>
              <a:avLst/>
              <a:gdLst>
                <a:gd name="connsiteX0" fmla="*/ 0 w 900131"/>
                <a:gd name="connsiteY0" fmla="*/ 0 h 900131"/>
                <a:gd name="connsiteX1" fmla="*/ 900132 w 900131"/>
                <a:gd name="connsiteY1" fmla="*/ 0 h 900131"/>
                <a:gd name="connsiteX2" fmla="*/ 900132 w 900131"/>
                <a:gd name="connsiteY2" fmla="*/ 900131 h 900131"/>
                <a:gd name="connsiteX3" fmla="*/ 0 w 900131"/>
                <a:gd name="connsiteY3" fmla="*/ 900131 h 900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0131" h="900131">
                  <a:moveTo>
                    <a:pt x="0" y="0"/>
                  </a:moveTo>
                  <a:lnTo>
                    <a:pt x="900132" y="0"/>
                  </a:lnTo>
                  <a:lnTo>
                    <a:pt x="900132" y="900131"/>
                  </a:lnTo>
                  <a:lnTo>
                    <a:pt x="0" y="900131"/>
                  </a:lnTo>
                  <a:close/>
                </a:path>
              </a:pathLst>
            </a:custGeom>
            <a:solidFill>
              <a:srgbClr val="E0C39D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CE02FF83-648F-6AFB-4024-8D8323118C02}"/>
                </a:ext>
              </a:extLst>
            </p:cNvPr>
            <p:cNvSpPr/>
            <p:nvPr/>
          </p:nvSpPr>
          <p:spPr>
            <a:xfrm rot="10738200">
              <a:off x="10787298" y="3449831"/>
              <a:ext cx="767654" cy="27517"/>
            </a:xfrm>
            <a:custGeom>
              <a:avLst/>
              <a:gdLst>
                <a:gd name="connsiteX0" fmla="*/ 0 w 767654"/>
                <a:gd name="connsiteY0" fmla="*/ 0 h 27517"/>
                <a:gd name="connsiteX1" fmla="*/ 767655 w 767654"/>
                <a:gd name="connsiteY1" fmla="*/ 0 h 27517"/>
                <a:gd name="connsiteX2" fmla="*/ 767655 w 767654"/>
                <a:gd name="connsiteY2" fmla="*/ 27517 h 27517"/>
                <a:gd name="connsiteX3" fmla="*/ 0 w 767654"/>
                <a:gd name="connsiteY3" fmla="*/ 27517 h 27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7654" h="27517">
                  <a:moveTo>
                    <a:pt x="0" y="0"/>
                  </a:moveTo>
                  <a:lnTo>
                    <a:pt x="767655" y="0"/>
                  </a:lnTo>
                  <a:lnTo>
                    <a:pt x="767655" y="27517"/>
                  </a:lnTo>
                  <a:lnTo>
                    <a:pt x="0" y="27517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2E654654-C646-5D81-AE23-BC8E70FA5A88}"/>
                </a:ext>
              </a:extLst>
            </p:cNvPr>
            <p:cNvSpPr/>
            <p:nvPr/>
          </p:nvSpPr>
          <p:spPr>
            <a:xfrm>
              <a:off x="10787265" y="4149205"/>
              <a:ext cx="768003" cy="67147"/>
            </a:xfrm>
            <a:custGeom>
              <a:avLst/>
              <a:gdLst>
                <a:gd name="connsiteX0" fmla="*/ 767539 w 768003"/>
                <a:gd name="connsiteY0" fmla="*/ 25853 h 67147"/>
                <a:gd name="connsiteX1" fmla="*/ 422975 w 768003"/>
                <a:gd name="connsiteY1" fmla="*/ 32045 h 67147"/>
                <a:gd name="connsiteX2" fmla="*/ 383925 w 768003"/>
                <a:gd name="connsiteY2" fmla="*/ 0 h 67147"/>
                <a:gd name="connsiteX3" fmla="*/ 344681 w 768003"/>
                <a:gd name="connsiteY3" fmla="*/ 33439 h 67147"/>
                <a:gd name="connsiteX4" fmla="*/ 0 w 768003"/>
                <a:gd name="connsiteY4" fmla="*/ 39631 h 67147"/>
                <a:gd name="connsiteX5" fmla="*/ 504 w 768003"/>
                <a:gd name="connsiteY5" fmla="*/ 67148 h 67147"/>
                <a:gd name="connsiteX6" fmla="*/ 768004 w 768003"/>
                <a:gd name="connsiteY6" fmla="*/ 53409 h 67147"/>
                <a:gd name="connsiteX7" fmla="*/ 767500 w 768003"/>
                <a:gd name="connsiteY7" fmla="*/ 25892 h 67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8003" h="67147">
                  <a:moveTo>
                    <a:pt x="767539" y="25853"/>
                  </a:moveTo>
                  <a:lnTo>
                    <a:pt x="422975" y="32045"/>
                  </a:lnTo>
                  <a:cubicBezTo>
                    <a:pt x="419376" y="13778"/>
                    <a:pt x="403276" y="0"/>
                    <a:pt x="383925" y="0"/>
                  </a:cubicBezTo>
                  <a:cubicBezTo>
                    <a:pt x="364574" y="0"/>
                    <a:pt x="347699" y="14513"/>
                    <a:pt x="344681" y="33439"/>
                  </a:cubicBezTo>
                  <a:lnTo>
                    <a:pt x="0" y="39631"/>
                  </a:lnTo>
                  <a:lnTo>
                    <a:pt x="504" y="67148"/>
                  </a:lnTo>
                  <a:lnTo>
                    <a:pt x="768004" y="53409"/>
                  </a:lnTo>
                  <a:lnTo>
                    <a:pt x="767500" y="25892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55125E7-0B55-6EC0-A391-8CD21F0E1BFF}"/>
                </a:ext>
              </a:extLst>
            </p:cNvPr>
            <p:cNvSpPr/>
            <p:nvPr/>
          </p:nvSpPr>
          <p:spPr>
            <a:xfrm>
              <a:off x="10642939" y="2842006"/>
              <a:ext cx="987489" cy="336127"/>
            </a:xfrm>
            <a:custGeom>
              <a:avLst/>
              <a:gdLst>
                <a:gd name="connsiteX0" fmla="*/ 510 w 987489"/>
                <a:gd name="connsiteY0" fmla="*/ 187782 h 336127"/>
                <a:gd name="connsiteX1" fmla="*/ 446628 w 987489"/>
                <a:gd name="connsiteY1" fmla="*/ 0 h 336127"/>
                <a:gd name="connsiteX2" fmla="*/ 987489 w 987489"/>
                <a:gd name="connsiteY2" fmla="*/ 154963 h 336127"/>
                <a:gd name="connsiteX3" fmla="*/ 494310 w 987489"/>
                <a:gd name="connsiteY3" fmla="*/ 336127 h 336127"/>
                <a:gd name="connsiteX4" fmla="*/ 510 w 987489"/>
                <a:gd name="connsiteY4" fmla="*/ 187744 h 33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7489" h="336127">
                  <a:moveTo>
                    <a:pt x="510" y="187782"/>
                  </a:moveTo>
                  <a:cubicBezTo>
                    <a:pt x="-11333" y="64516"/>
                    <a:pt x="184461" y="0"/>
                    <a:pt x="446628" y="0"/>
                  </a:cubicBezTo>
                  <a:cubicBezTo>
                    <a:pt x="708796" y="0"/>
                    <a:pt x="986948" y="16100"/>
                    <a:pt x="987489" y="154963"/>
                  </a:cubicBezTo>
                  <a:cubicBezTo>
                    <a:pt x="988031" y="293826"/>
                    <a:pt x="640990" y="336127"/>
                    <a:pt x="494310" y="336127"/>
                  </a:cubicBezTo>
                  <a:cubicBezTo>
                    <a:pt x="347628" y="336127"/>
                    <a:pt x="12392" y="311009"/>
                    <a:pt x="510" y="187744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082B113-0F3A-4C7F-1E3F-843CDD25ED7F}"/>
                </a:ext>
              </a:extLst>
            </p:cNvPr>
            <p:cNvSpPr/>
            <p:nvPr/>
          </p:nvSpPr>
          <p:spPr>
            <a:xfrm>
              <a:off x="10713273" y="2624346"/>
              <a:ext cx="885745" cy="747374"/>
            </a:xfrm>
            <a:custGeom>
              <a:avLst/>
              <a:gdLst>
                <a:gd name="connsiteX0" fmla="*/ 154609 w 885745"/>
                <a:gd name="connsiteY0" fmla="*/ 489039 h 747374"/>
                <a:gd name="connsiteX1" fmla="*/ 33 w 885745"/>
                <a:gd name="connsiteY1" fmla="*/ 317202 h 747374"/>
                <a:gd name="connsiteX2" fmla="*/ 30608 w 885745"/>
                <a:gd name="connsiteY2" fmla="*/ 232367 h 747374"/>
                <a:gd name="connsiteX3" fmla="*/ 71012 w 885745"/>
                <a:gd name="connsiteY3" fmla="*/ 100548 h 747374"/>
                <a:gd name="connsiteX4" fmla="*/ 187467 w 885745"/>
                <a:gd name="connsiteY4" fmla="*/ 72721 h 747374"/>
                <a:gd name="connsiteX5" fmla="*/ 295408 w 885745"/>
                <a:gd name="connsiteY5" fmla="*/ 1973 h 747374"/>
                <a:gd name="connsiteX6" fmla="*/ 429394 w 885745"/>
                <a:gd name="connsiteY6" fmla="*/ 59098 h 747374"/>
                <a:gd name="connsiteX7" fmla="*/ 576345 w 885745"/>
                <a:gd name="connsiteY7" fmla="*/ 11185 h 747374"/>
                <a:gd name="connsiteX8" fmla="*/ 665089 w 885745"/>
                <a:gd name="connsiteY8" fmla="*/ 88202 h 747374"/>
                <a:gd name="connsiteX9" fmla="*/ 792186 w 885745"/>
                <a:gd name="connsiteY9" fmla="*/ 106275 h 747374"/>
                <a:gd name="connsiteX10" fmla="*/ 843776 w 885745"/>
                <a:gd name="connsiteY10" fmla="*/ 218279 h 747374"/>
                <a:gd name="connsiteX11" fmla="*/ 880930 w 885745"/>
                <a:gd name="connsiteY11" fmla="*/ 312557 h 747374"/>
                <a:gd name="connsiteX12" fmla="*/ 742377 w 885745"/>
                <a:gd name="connsiteY12" fmla="*/ 466166 h 747374"/>
                <a:gd name="connsiteX13" fmla="*/ 442862 w 885745"/>
                <a:gd name="connsiteY13" fmla="*/ 747375 h 747374"/>
                <a:gd name="connsiteX14" fmla="*/ 154570 w 885745"/>
                <a:gd name="connsiteY14" fmla="*/ 489000 h 747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85745" h="747374">
                  <a:moveTo>
                    <a:pt x="154609" y="489039"/>
                  </a:moveTo>
                  <a:cubicBezTo>
                    <a:pt x="107432" y="419336"/>
                    <a:pt x="730" y="361670"/>
                    <a:pt x="33" y="317202"/>
                  </a:cubicBezTo>
                  <a:cubicBezTo>
                    <a:pt x="-624" y="272772"/>
                    <a:pt x="8393" y="287246"/>
                    <a:pt x="30608" y="232367"/>
                  </a:cubicBezTo>
                  <a:cubicBezTo>
                    <a:pt x="52823" y="177487"/>
                    <a:pt x="11218" y="114519"/>
                    <a:pt x="71012" y="100548"/>
                  </a:cubicBezTo>
                  <a:cubicBezTo>
                    <a:pt x="130808" y="86576"/>
                    <a:pt x="158402" y="115138"/>
                    <a:pt x="187467" y="72721"/>
                  </a:cubicBezTo>
                  <a:cubicBezTo>
                    <a:pt x="216532" y="30303"/>
                    <a:pt x="233561" y="-9405"/>
                    <a:pt x="295408" y="1973"/>
                  </a:cubicBezTo>
                  <a:cubicBezTo>
                    <a:pt x="357253" y="13352"/>
                    <a:pt x="357872" y="59601"/>
                    <a:pt x="429394" y="59098"/>
                  </a:cubicBezTo>
                  <a:cubicBezTo>
                    <a:pt x="500915" y="58595"/>
                    <a:pt x="532341" y="-4064"/>
                    <a:pt x="576345" y="11185"/>
                  </a:cubicBezTo>
                  <a:cubicBezTo>
                    <a:pt x="620350" y="26433"/>
                    <a:pt x="625110" y="67535"/>
                    <a:pt x="665089" y="88202"/>
                  </a:cubicBezTo>
                  <a:cubicBezTo>
                    <a:pt x="705068" y="108868"/>
                    <a:pt x="757936" y="82629"/>
                    <a:pt x="792186" y="106275"/>
                  </a:cubicBezTo>
                  <a:cubicBezTo>
                    <a:pt x="826477" y="129961"/>
                    <a:pt x="803797" y="190452"/>
                    <a:pt x="843776" y="218279"/>
                  </a:cubicBezTo>
                  <a:cubicBezTo>
                    <a:pt x="883755" y="246106"/>
                    <a:pt x="892734" y="280628"/>
                    <a:pt x="880930" y="312557"/>
                  </a:cubicBezTo>
                  <a:cubicBezTo>
                    <a:pt x="869126" y="344448"/>
                    <a:pt x="842848" y="381795"/>
                    <a:pt x="742377" y="466166"/>
                  </a:cubicBezTo>
                  <a:cubicBezTo>
                    <a:pt x="641906" y="550536"/>
                    <a:pt x="605217" y="747375"/>
                    <a:pt x="442862" y="747375"/>
                  </a:cubicBezTo>
                  <a:cubicBezTo>
                    <a:pt x="280507" y="747375"/>
                    <a:pt x="173148" y="516440"/>
                    <a:pt x="154570" y="489000"/>
                  </a:cubicBez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EAA25357-34EE-A140-6BE2-CB43B661177A}"/>
                </a:ext>
              </a:extLst>
            </p:cNvPr>
            <p:cNvSpPr/>
            <p:nvPr/>
          </p:nvSpPr>
          <p:spPr>
            <a:xfrm>
              <a:off x="11544958" y="3662141"/>
              <a:ext cx="87211" cy="113510"/>
            </a:xfrm>
            <a:custGeom>
              <a:avLst/>
              <a:gdLst>
                <a:gd name="connsiteX0" fmla="*/ 73280 w 87211"/>
                <a:gd name="connsiteY0" fmla="*/ 0 h 113510"/>
                <a:gd name="connsiteX1" fmla="*/ 4235 w 87211"/>
                <a:gd name="connsiteY1" fmla="*/ 87776 h 113510"/>
                <a:gd name="connsiteX2" fmla="*/ 29120 w 87211"/>
                <a:gd name="connsiteY2" fmla="*/ 110920 h 113510"/>
                <a:gd name="connsiteX3" fmla="*/ 87212 w 87211"/>
                <a:gd name="connsiteY3" fmla="*/ 68232 h 113510"/>
                <a:gd name="connsiteX4" fmla="*/ 73241 w 87211"/>
                <a:gd name="connsiteY4" fmla="*/ 39 h 113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11" h="113510">
                  <a:moveTo>
                    <a:pt x="73280" y="0"/>
                  </a:moveTo>
                  <a:cubicBezTo>
                    <a:pt x="73280" y="0"/>
                    <a:pt x="17277" y="71173"/>
                    <a:pt x="4235" y="87776"/>
                  </a:cubicBezTo>
                  <a:cubicBezTo>
                    <a:pt x="-8808" y="104380"/>
                    <a:pt x="10775" y="119783"/>
                    <a:pt x="29120" y="110920"/>
                  </a:cubicBezTo>
                  <a:cubicBezTo>
                    <a:pt x="47503" y="102019"/>
                    <a:pt x="87212" y="68232"/>
                    <a:pt x="87212" y="68232"/>
                  </a:cubicBezTo>
                  <a:lnTo>
                    <a:pt x="73241" y="39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C25B6E8-5D07-DD10-FD93-D7CA927980BC}"/>
                </a:ext>
              </a:extLst>
            </p:cNvPr>
            <p:cNvSpPr/>
            <p:nvPr/>
          </p:nvSpPr>
          <p:spPr>
            <a:xfrm>
              <a:off x="10697554" y="3662141"/>
              <a:ext cx="87211" cy="113510"/>
            </a:xfrm>
            <a:custGeom>
              <a:avLst/>
              <a:gdLst>
                <a:gd name="connsiteX0" fmla="*/ 13933 w 87211"/>
                <a:gd name="connsiteY0" fmla="*/ 0 h 113510"/>
                <a:gd name="connsiteX1" fmla="*/ 82977 w 87211"/>
                <a:gd name="connsiteY1" fmla="*/ 87776 h 113510"/>
                <a:gd name="connsiteX2" fmla="*/ 58092 w 87211"/>
                <a:gd name="connsiteY2" fmla="*/ 110920 h 113510"/>
                <a:gd name="connsiteX3" fmla="*/ 0 w 87211"/>
                <a:gd name="connsiteY3" fmla="*/ 68232 h 113510"/>
                <a:gd name="connsiteX4" fmla="*/ 13972 w 87211"/>
                <a:gd name="connsiteY4" fmla="*/ 39 h 113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11" h="113510">
                  <a:moveTo>
                    <a:pt x="13933" y="0"/>
                  </a:moveTo>
                  <a:cubicBezTo>
                    <a:pt x="13933" y="0"/>
                    <a:pt x="69935" y="71173"/>
                    <a:pt x="82977" y="87776"/>
                  </a:cubicBezTo>
                  <a:cubicBezTo>
                    <a:pt x="96020" y="104380"/>
                    <a:pt x="76437" y="119783"/>
                    <a:pt x="58092" y="110920"/>
                  </a:cubicBezTo>
                  <a:cubicBezTo>
                    <a:pt x="39708" y="102019"/>
                    <a:pt x="0" y="68232"/>
                    <a:pt x="0" y="68232"/>
                  </a:cubicBezTo>
                  <a:lnTo>
                    <a:pt x="13972" y="39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7DDBFDED-49D2-6FFE-F1BB-D8BDED261FD3}"/>
                </a:ext>
              </a:extLst>
            </p:cNvPr>
            <p:cNvSpPr/>
            <p:nvPr/>
          </p:nvSpPr>
          <p:spPr>
            <a:xfrm>
              <a:off x="10867356" y="2877869"/>
              <a:ext cx="321344" cy="387207"/>
            </a:xfrm>
            <a:custGeom>
              <a:avLst/>
              <a:gdLst>
                <a:gd name="connsiteX0" fmla="*/ 9776 w 321344"/>
                <a:gd name="connsiteY0" fmla="*/ 38947 h 387207"/>
                <a:gd name="connsiteX1" fmla="*/ 112490 w 321344"/>
                <a:gd name="connsiteY1" fmla="*/ 244107 h 387207"/>
                <a:gd name="connsiteX2" fmla="*/ 234634 w 321344"/>
                <a:gd name="connsiteY2" fmla="*/ 387111 h 387207"/>
                <a:gd name="connsiteX3" fmla="*/ 305769 w 321344"/>
                <a:gd name="connsiteY3" fmla="*/ 100600 h 387207"/>
                <a:gd name="connsiteX4" fmla="*/ 9737 w 321344"/>
                <a:gd name="connsiteY4" fmla="*/ 38947 h 387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344" h="387207">
                  <a:moveTo>
                    <a:pt x="9776" y="38947"/>
                  </a:moveTo>
                  <a:cubicBezTo>
                    <a:pt x="-30242" y="99439"/>
                    <a:pt x="62294" y="161323"/>
                    <a:pt x="112490" y="244107"/>
                  </a:cubicBezTo>
                  <a:cubicBezTo>
                    <a:pt x="152780" y="310481"/>
                    <a:pt x="190823" y="385021"/>
                    <a:pt x="234634" y="387111"/>
                  </a:cubicBezTo>
                  <a:cubicBezTo>
                    <a:pt x="333053" y="391871"/>
                    <a:pt x="333053" y="220382"/>
                    <a:pt x="305769" y="100600"/>
                  </a:cubicBezTo>
                  <a:cubicBezTo>
                    <a:pt x="278484" y="-19183"/>
                    <a:pt x="49755" y="-21544"/>
                    <a:pt x="9737" y="38947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62C1A7FA-4E02-21D8-5433-06B89672D5E8}"/>
                </a:ext>
              </a:extLst>
            </p:cNvPr>
            <p:cNvSpPr/>
            <p:nvPr/>
          </p:nvSpPr>
          <p:spPr>
            <a:xfrm>
              <a:off x="10814058" y="3520635"/>
              <a:ext cx="129879" cy="630881"/>
            </a:xfrm>
            <a:custGeom>
              <a:avLst/>
              <a:gdLst>
                <a:gd name="connsiteX0" fmla="*/ 4440 w 129879"/>
                <a:gd name="connsiteY0" fmla="*/ 10964 h 630881"/>
                <a:gd name="connsiteX1" fmla="*/ 9549 w 129879"/>
                <a:gd name="connsiteY1" fmla="*/ 603414 h 630881"/>
                <a:gd name="connsiteX2" fmla="*/ 93610 w 129879"/>
                <a:gd name="connsiteY2" fmla="*/ 601247 h 630881"/>
                <a:gd name="connsiteX3" fmla="*/ 121940 w 129879"/>
                <a:gd name="connsiteY3" fmla="*/ 386567 h 630881"/>
                <a:gd name="connsiteX4" fmla="*/ 4440 w 129879"/>
                <a:gd name="connsiteY4" fmla="*/ 10925 h 63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879" h="630881">
                  <a:moveTo>
                    <a:pt x="4440" y="10964"/>
                  </a:moveTo>
                  <a:cubicBezTo>
                    <a:pt x="-4809" y="42467"/>
                    <a:pt x="2119" y="566841"/>
                    <a:pt x="9549" y="603414"/>
                  </a:cubicBezTo>
                  <a:cubicBezTo>
                    <a:pt x="16980" y="640027"/>
                    <a:pt x="54134" y="640762"/>
                    <a:pt x="93610" y="601247"/>
                  </a:cubicBezTo>
                  <a:cubicBezTo>
                    <a:pt x="133086" y="561732"/>
                    <a:pt x="136570" y="504647"/>
                    <a:pt x="121940" y="386567"/>
                  </a:cubicBezTo>
                  <a:cubicBezTo>
                    <a:pt x="73098" y="-8310"/>
                    <a:pt x="13691" y="-20540"/>
                    <a:pt x="4440" y="10925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3041B07-E300-4788-93F5-8672583582F6}"/>
              </a:ext>
            </a:extLst>
          </p:cNvPr>
          <p:cNvGrpSpPr/>
          <p:nvPr/>
        </p:nvGrpSpPr>
        <p:grpSpPr>
          <a:xfrm>
            <a:off x="2461431" y="5018638"/>
            <a:ext cx="1366930" cy="1482747"/>
            <a:chOff x="2461431" y="5018638"/>
            <a:chExt cx="1366930" cy="1482747"/>
          </a:xfrm>
        </p:grpSpPr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112D81F-8128-0BA1-1E83-1987CFA82DC3}"/>
                </a:ext>
              </a:extLst>
            </p:cNvPr>
            <p:cNvSpPr/>
            <p:nvPr/>
          </p:nvSpPr>
          <p:spPr>
            <a:xfrm>
              <a:off x="2546030" y="5048994"/>
              <a:ext cx="1236894" cy="563551"/>
            </a:xfrm>
            <a:custGeom>
              <a:avLst/>
              <a:gdLst>
                <a:gd name="connsiteX0" fmla="*/ 1216391 w 1236894"/>
                <a:gd name="connsiteY0" fmla="*/ 249700 h 563551"/>
                <a:gd name="connsiteX1" fmla="*/ 813000 w 1236894"/>
                <a:gd name="connsiteY1" fmla="*/ 15863 h 563551"/>
                <a:gd name="connsiteX2" fmla="*/ 404384 w 1236894"/>
                <a:gd name="connsiteY2" fmla="*/ 16985 h 563551"/>
                <a:gd name="connsiteX3" fmla="*/ 22318 w 1236894"/>
                <a:gd name="connsiteY3" fmla="*/ 235806 h 563551"/>
                <a:gd name="connsiteX4" fmla="*/ 73985 w 1236894"/>
                <a:gd name="connsiteY4" fmla="*/ 504282 h 563551"/>
                <a:gd name="connsiteX5" fmla="*/ 367966 w 1236894"/>
                <a:gd name="connsiteY5" fmla="*/ 547977 h 563551"/>
                <a:gd name="connsiteX6" fmla="*/ 873801 w 1236894"/>
                <a:gd name="connsiteY6" fmla="*/ 552698 h 563551"/>
                <a:gd name="connsiteX7" fmla="*/ 1175058 w 1236894"/>
                <a:gd name="connsiteY7" fmla="*/ 503198 h 563551"/>
                <a:gd name="connsiteX8" fmla="*/ 1216391 w 1236894"/>
                <a:gd name="connsiteY8" fmla="*/ 249700 h 563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36894" h="563551">
                  <a:moveTo>
                    <a:pt x="1216391" y="249700"/>
                  </a:moveTo>
                  <a:cubicBezTo>
                    <a:pt x="1176141" y="173535"/>
                    <a:pt x="975742" y="35175"/>
                    <a:pt x="813000" y="15863"/>
                  </a:cubicBezTo>
                  <a:cubicBezTo>
                    <a:pt x="652116" y="-3218"/>
                    <a:pt x="581252" y="-7668"/>
                    <a:pt x="404384" y="16985"/>
                  </a:cubicBezTo>
                  <a:cubicBezTo>
                    <a:pt x="228948" y="41445"/>
                    <a:pt x="60400" y="175973"/>
                    <a:pt x="22318" y="235806"/>
                  </a:cubicBezTo>
                  <a:cubicBezTo>
                    <a:pt x="-15765" y="295639"/>
                    <a:pt x="-9186" y="453196"/>
                    <a:pt x="73985" y="504282"/>
                  </a:cubicBezTo>
                  <a:cubicBezTo>
                    <a:pt x="157155" y="555369"/>
                    <a:pt x="245009" y="531451"/>
                    <a:pt x="367966" y="547977"/>
                  </a:cubicBezTo>
                  <a:cubicBezTo>
                    <a:pt x="490960" y="564502"/>
                    <a:pt x="764894" y="570579"/>
                    <a:pt x="873801" y="552698"/>
                  </a:cubicBezTo>
                  <a:cubicBezTo>
                    <a:pt x="982709" y="534818"/>
                    <a:pt x="1115186" y="544532"/>
                    <a:pt x="1175058" y="503198"/>
                  </a:cubicBezTo>
                  <a:cubicBezTo>
                    <a:pt x="1234891" y="461865"/>
                    <a:pt x="1256642" y="325866"/>
                    <a:pt x="1216391" y="249700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21527963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78C8CCD-FFE9-9235-5C64-346AB64C5361}"/>
                </a:ext>
              </a:extLst>
            </p:cNvPr>
            <p:cNvSpPr/>
            <p:nvPr/>
          </p:nvSpPr>
          <p:spPr>
            <a:xfrm>
              <a:off x="3612180" y="6076605"/>
              <a:ext cx="121408" cy="275248"/>
            </a:xfrm>
            <a:custGeom>
              <a:avLst/>
              <a:gdLst>
                <a:gd name="connsiteX0" fmla="*/ 121408 w 121408"/>
                <a:gd name="connsiteY0" fmla="*/ 0 h 275248"/>
                <a:gd name="connsiteX1" fmla="*/ 107282 w 121408"/>
                <a:gd name="connsiteY1" fmla="*/ 160304 h 275248"/>
                <a:gd name="connsiteX2" fmla="*/ 0 w 121408"/>
                <a:gd name="connsiteY2" fmla="*/ 275249 h 275248"/>
                <a:gd name="connsiteX3" fmla="*/ 0 w 121408"/>
                <a:gd name="connsiteY3" fmla="*/ 37541 h 275248"/>
                <a:gd name="connsiteX4" fmla="*/ 121408 w 121408"/>
                <a:gd name="connsiteY4" fmla="*/ 0 h 27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408" h="275248">
                  <a:moveTo>
                    <a:pt x="121408" y="0"/>
                  </a:moveTo>
                  <a:cubicBezTo>
                    <a:pt x="121408" y="0"/>
                    <a:pt x="107824" y="152680"/>
                    <a:pt x="107282" y="160304"/>
                  </a:cubicBezTo>
                  <a:cubicBezTo>
                    <a:pt x="106740" y="167928"/>
                    <a:pt x="31465" y="275249"/>
                    <a:pt x="0" y="275249"/>
                  </a:cubicBezTo>
                  <a:lnTo>
                    <a:pt x="0" y="37541"/>
                  </a:lnTo>
                  <a:lnTo>
                    <a:pt x="121408" y="0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16CA355E-F3D2-71DE-C980-3E2B193AB30C}"/>
                </a:ext>
              </a:extLst>
            </p:cNvPr>
            <p:cNvSpPr/>
            <p:nvPr/>
          </p:nvSpPr>
          <p:spPr>
            <a:xfrm>
              <a:off x="3549947" y="5277093"/>
              <a:ext cx="278414" cy="882189"/>
            </a:xfrm>
            <a:custGeom>
              <a:avLst/>
              <a:gdLst>
                <a:gd name="connsiteX0" fmla="*/ 223736 w 278414"/>
                <a:gd name="connsiteY0" fmla="*/ 49544 h 882189"/>
                <a:gd name="connsiteX1" fmla="*/ 278306 w 278414"/>
                <a:gd name="connsiteY1" fmla="*/ 553097 h 882189"/>
                <a:gd name="connsiteX2" fmla="*/ 200670 w 278414"/>
                <a:gd name="connsiteY2" fmla="*/ 880090 h 882189"/>
                <a:gd name="connsiteX3" fmla="*/ 62233 w 278414"/>
                <a:gd name="connsiteY3" fmla="*/ 849012 h 882189"/>
                <a:gd name="connsiteX4" fmla="*/ 0 w 278414"/>
                <a:gd name="connsiteY4" fmla="*/ 266199 h 882189"/>
                <a:gd name="connsiteX5" fmla="*/ 19738 w 278414"/>
                <a:gd name="connsiteY5" fmla="*/ 164838 h 882189"/>
                <a:gd name="connsiteX6" fmla="*/ 223736 w 278414"/>
                <a:gd name="connsiteY6" fmla="*/ 49506 h 882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8414" h="882189">
                  <a:moveTo>
                    <a:pt x="223736" y="49544"/>
                  </a:moveTo>
                  <a:cubicBezTo>
                    <a:pt x="268902" y="208378"/>
                    <a:pt x="275055" y="487845"/>
                    <a:pt x="278306" y="553097"/>
                  </a:cubicBezTo>
                  <a:cubicBezTo>
                    <a:pt x="281557" y="618387"/>
                    <a:pt x="210462" y="868131"/>
                    <a:pt x="200670" y="880090"/>
                  </a:cubicBezTo>
                  <a:cubicBezTo>
                    <a:pt x="190878" y="892049"/>
                    <a:pt x="62233" y="849012"/>
                    <a:pt x="62233" y="849012"/>
                  </a:cubicBezTo>
                  <a:lnTo>
                    <a:pt x="0" y="266199"/>
                  </a:lnTo>
                  <a:lnTo>
                    <a:pt x="19738" y="164838"/>
                  </a:lnTo>
                  <a:cubicBezTo>
                    <a:pt x="19738" y="164838"/>
                    <a:pt x="178571" y="-109327"/>
                    <a:pt x="223736" y="49506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21527963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ABB63A79-693E-2A57-EACE-7E41A16F00B0}"/>
                </a:ext>
              </a:extLst>
            </p:cNvPr>
            <p:cNvSpPr/>
            <p:nvPr/>
          </p:nvSpPr>
          <p:spPr>
            <a:xfrm>
              <a:off x="2587970" y="5827442"/>
              <a:ext cx="161464" cy="261122"/>
            </a:xfrm>
            <a:custGeom>
              <a:avLst/>
              <a:gdLst>
                <a:gd name="connsiteX0" fmla="*/ 85028 w 161464"/>
                <a:gd name="connsiteY0" fmla="*/ 212126 h 261122"/>
                <a:gd name="connsiteX1" fmla="*/ 161465 w 161464"/>
                <a:gd name="connsiteY1" fmla="*/ 261123 h 261122"/>
                <a:gd name="connsiteX2" fmla="*/ 139714 w 161464"/>
                <a:gd name="connsiteY2" fmla="*/ 0 h 261122"/>
                <a:gd name="connsiteX3" fmla="*/ 0 w 161464"/>
                <a:gd name="connsiteY3" fmla="*/ 52209 h 261122"/>
                <a:gd name="connsiteX4" fmla="*/ 85067 w 161464"/>
                <a:gd name="connsiteY4" fmla="*/ 212087 h 261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464" h="261122">
                  <a:moveTo>
                    <a:pt x="85028" y="212126"/>
                  </a:moveTo>
                  <a:cubicBezTo>
                    <a:pt x="93736" y="223001"/>
                    <a:pt x="161465" y="261123"/>
                    <a:pt x="161465" y="261123"/>
                  </a:cubicBezTo>
                  <a:lnTo>
                    <a:pt x="139714" y="0"/>
                  </a:lnTo>
                  <a:lnTo>
                    <a:pt x="0" y="52209"/>
                  </a:lnTo>
                  <a:cubicBezTo>
                    <a:pt x="0" y="52209"/>
                    <a:pt x="76359" y="201212"/>
                    <a:pt x="85067" y="212087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840F74D5-8233-6413-0BA3-0746FD2967B0}"/>
                </a:ext>
              </a:extLst>
            </p:cNvPr>
            <p:cNvSpPr/>
            <p:nvPr/>
          </p:nvSpPr>
          <p:spPr>
            <a:xfrm>
              <a:off x="2461431" y="5259538"/>
              <a:ext cx="745229" cy="690170"/>
            </a:xfrm>
            <a:custGeom>
              <a:avLst/>
              <a:gdLst>
                <a:gd name="connsiteX0" fmla="*/ 112257 w 745229"/>
                <a:gd name="connsiteY0" fmla="*/ 17561 h 690170"/>
                <a:gd name="connsiteX1" fmla="*/ 293 w 745229"/>
                <a:gd name="connsiteY1" fmla="*/ 407445 h 690170"/>
                <a:gd name="connsiteX2" fmla="*/ 133273 w 745229"/>
                <a:gd name="connsiteY2" fmla="*/ 688190 h 690170"/>
                <a:gd name="connsiteX3" fmla="*/ 273413 w 745229"/>
                <a:gd name="connsiteY3" fmla="*/ 654054 h 690170"/>
                <a:gd name="connsiteX4" fmla="*/ 745229 w 745229"/>
                <a:gd name="connsiteY4" fmla="*/ 317192 h 690170"/>
                <a:gd name="connsiteX5" fmla="*/ 293151 w 745229"/>
                <a:gd name="connsiteY5" fmla="*/ 182393 h 690170"/>
                <a:gd name="connsiteX6" fmla="*/ 112296 w 745229"/>
                <a:gd name="connsiteY6" fmla="*/ 17561 h 690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5229" h="690170">
                  <a:moveTo>
                    <a:pt x="112257" y="17561"/>
                  </a:moveTo>
                  <a:cubicBezTo>
                    <a:pt x="43445" y="102318"/>
                    <a:pt x="-4197" y="327912"/>
                    <a:pt x="293" y="407445"/>
                  </a:cubicBezTo>
                  <a:cubicBezTo>
                    <a:pt x="4782" y="486978"/>
                    <a:pt x="123481" y="676230"/>
                    <a:pt x="133273" y="688190"/>
                  </a:cubicBezTo>
                  <a:cubicBezTo>
                    <a:pt x="143064" y="700149"/>
                    <a:pt x="273413" y="654054"/>
                    <a:pt x="273413" y="654054"/>
                  </a:cubicBezTo>
                  <a:lnTo>
                    <a:pt x="745229" y="317192"/>
                  </a:lnTo>
                  <a:lnTo>
                    <a:pt x="293151" y="182393"/>
                  </a:lnTo>
                  <a:cubicBezTo>
                    <a:pt x="293151" y="182393"/>
                    <a:pt x="181070" y="-67197"/>
                    <a:pt x="112296" y="17561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21527963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4D5AC88-183B-5575-EC97-3D6BFDB65BC7}"/>
                </a:ext>
              </a:extLst>
            </p:cNvPr>
            <p:cNvSpPr/>
            <p:nvPr/>
          </p:nvSpPr>
          <p:spPr>
            <a:xfrm>
              <a:off x="2622478" y="5175777"/>
              <a:ext cx="1055228" cy="353945"/>
            </a:xfrm>
            <a:custGeom>
              <a:avLst/>
              <a:gdLst>
                <a:gd name="connsiteX0" fmla="*/ 595 w 1055228"/>
                <a:gd name="connsiteY0" fmla="*/ 275984 h 353945"/>
                <a:gd name="connsiteX1" fmla="*/ 476475 w 1055228"/>
                <a:gd name="connsiteY1" fmla="*/ 0 h 353945"/>
                <a:gd name="connsiteX2" fmla="*/ 1054180 w 1055228"/>
                <a:gd name="connsiteY2" fmla="*/ 220834 h 353945"/>
                <a:gd name="connsiteX3" fmla="*/ 527600 w 1055228"/>
                <a:gd name="connsiteY3" fmla="*/ 314145 h 353945"/>
                <a:gd name="connsiteX4" fmla="*/ 595 w 1055228"/>
                <a:gd name="connsiteY4" fmla="*/ 275946 h 35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228" h="353945">
                  <a:moveTo>
                    <a:pt x="595" y="275984"/>
                  </a:moveTo>
                  <a:cubicBezTo>
                    <a:pt x="-13106" y="126556"/>
                    <a:pt x="211830" y="0"/>
                    <a:pt x="476475" y="0"/>
                  </a:cubicBezTo>
                  <a:cubicBezTo>
                    <a:pt x="741119" y="0"/>
                    <a:pt x="1036493" y="60569"/>
                    <a:pt x="1054180" y="220834"/>
                  </a:cubicBezTo>
                  <a:cubicBezTo>
                    <a:pt x="1071906" y="381099"/>
                    <a:pt x="863534" y="314145"/>
                    <a:pt x="527600" y="314145"/>
                  </a:cubicBezTo>
                  <a:cubicBezTo>
                    <a:pt x="191667" y="314145"/>
                    <a:pt x="14295" y="425374"/>
                    <a:pt x="595" y="275946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38508148-7033-1A20-52BE-9B771B78D3F5}"/>
                </a:ext>
              </a:extLst>
            </p:cNvPr>
            <p:cNvSpPr/>
            <p:nvPr/>
          </p:nvSpPr>
          <p:spPr>
            <a:xfrm rot="21313800">
              <a:off x="2748296" y="5601253"/>
              <a:ext cx="900132" cy="900132"/>
            </a:xfrm>
            <a:custGeom>
              <a:avLst/>
              <a:gdLst>
                <a:gd name="connsiteX0" fmla="*/ 0 w 900132"/>
                <a:gd name="connsiteY0" fmla="*/ 0 h 900132"/>
                <a:gd name="connsiteX1" fmla="*/ 900133 w 900132"/>
                <a:gd name="connsiteY1" fmla="*/ 0 h 900132"/>
                <a:gd name="connsiteX2" fmla="*/ 900133 w 900132"/>
                <a:gd name="connsiteY2" fmla="*/ 900132 h 900132"/>
                <a:gd name="connsiteX3" fmla="*/ 0 w 900132"/>
                <a:gd name="connsiteY3" fmla="*/ 900132 h 90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0132" h="900132">
                  <a:moveTo>
                    <a:pt x="0" y="0"/>
                  </a:moveTo>
                  <a:lnTo>
                    <a:pt x="900133" y="0"/>
                  </a:lnTo>
                  <a:lnTo>
                    <a:pt x="900133" y="900132"/>
                  </a:lnTo>
                  <a:lnTo>
                    <a:pt x="0" y="900132"/>
                  </a:lnTo>
                  <a:close/>
                </a:path>
              </a:pathLst>
            </a:custGeom>
            <a:solidFill>
              <a:srgbClr val="E0C39D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0E9AA5D0-166C-D3D6-5D13-106DF6164AB1}"/>
                </a:ext>
              </a:extLst>
            </p:cNvPr>
            <p:cNvSpPr/>
            <p:nvPr/>
          </p:nvSpPr>
          <p:spPr>
            <a:xfrm rot="21313800">
              <a:off x="2748296" y="5998723"/>
              <a:ext cx="900132" cy="105192"/>
            </a:xfrm>
            <a:custGeom>
              <a:avLst/>
              <a:gdLst>
                <a:gd name="connsiteX0" fmla="*/ 0 w 900132"/>
                <a:gd name="connsiteY0" fmla="*/ 0 h 105192"/>
                <a:gd name="connsiteX1" fmla="*/ 900133 w 900132"/>
                <a:gd name="connsiteY1" fmla="*/ 0 h 105192"/>
                <a:gd name="connsiteX2" fmla="*/ 900133 w 900132"/>
                <a:gd name="connsiteY2" fmla="*/ 105192 h 105192"/>
                <a:gd name="connsiteX3" fmla="*/ 0 w 900132"/>
                <a:gd name="connsiteY3" fmla="*/ 105192 h 105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0132" h="105192">
                  <a:moveTo>
                    <a:pt x="0" y="0"/>
                  </a:moveTo>
                  <a:lnTo>
                    <a:pt x="900133" y="0"/>
                  </a:lnTo>
                  <a:lnTo>
                    <a:pt x="900133" y="105192"/>
                  </a:lnTo>
                  <a:lnTo>
                    <a:pt x="0" y="105192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26FFE9E-1A2A-4BE4-6558-91769462B2AA}"/>
                </a:ext>
              </a:extLst>
            </p:cNvPr>
            <p:cNvSpPr/>
            <p:nvPr/>
          </p:nvSpPr>
          <p:spPr>
            <a:xfrm>
              <a:off x="2948726" y="5336584"/>
              <a:ext cx="443316" cy="351065"/>
            </a:xfrm>
            <a:custGeom>
              <a:avLst/>
              <a:gdLst>
                <a:gd name="connsiteX0" fmla="*/ 256 w 443316"/>
                <a:gd name="connsiteY0" fmla="*/ 111771 h 351065"/>
                <a:gd name="connsiteX1" fmla="*/ 45847 w 443316"/>
                <a:gd name="connsiteY1" fmla="*/ 226484 h 351065"/>
                <a:gd name="connsiteX2" fmla="*/ 176427 w 443316"/>
                <a:gd name="connsiteY2" fmla="*/ 284344 h 351065"/>
                <a:gd name="connsiteX3" fmla="*/ 230726 w 443316"/>
                <a:gd name="connsiteY3" fmla="*/ 351066 h 351065"/>
                <a:gd name="connsiteX4" fmla="*/ 287541 w 443316"/>
                <a:gd name="connsiteY4" fmla="*/ 290730 h 351065"/>
                <a:gd name="connsiteX5" fmla="*/ 402370 w 443316"/>
                <a:gd name="connsiteY5" fmla="*/ 202141 h 351065"/>
                <a:gd name="connsiteX6" fmla="*/ 443317 w 443316"/>
                <a:gd name="connsiteY6" fmla="*/ 96291 h 351065"/>
                <a:gd name="connsiteX7" fmla="*/ 225269 w 443316"/>
                <a:gd name="connsiteY7" fmla="*/ 0 h 351065"/>
                <a:gd name="connsiteX8" fmla="*/ 217 w 443316"/>
                <a:gd name="connsiteY8" fmla="*/ 111810 h 351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3316" h="351065">
                  <a:moveTo>
                    <a:pt x="256" y="111771"/>
                  </a:moveTo>
                  <a:cubicBezTo>
                    <a:pt x="256" y="111771"/>
                    <a:pt x="-6207" y="175746"/>
                    <a:pt x="45847" y="226484"/>
                  </a:cubicBezTo>
                  <a:cubicBezTo>
                    <a:pt x="97901" y="277184"/>
                    <a:pt x="176427" y="284344"/>
                    <a:pt x="176427" y="284344"/>
                  </a:cubicBezTo>
                  <a:cubicBezTo>
                    <a:pt x="176427" y="284344"/>
                    <a:pt x="202822" y="351066"/>
                    <a:pt x="230726" y="351066"/>
                  </a:cubicBezTo>
                  <a:cubicBezTo>
                    <a:pt x="258631" y="351066"/>
                    <a:pt x="287541" y="290730"/>
                    <a:pt x="287541" y="290730"/>
                  </a:cubicBezTo>
                  <a:cubicBezTo>
                    <a:pt x="287541" y="290730"/>
                    <a:pt x="362158" y="263096"/>
                    <a:pt x="402370" y="202141"/>
                  </a:cubicBezTo>
                  <a:cubicBezTo>
                    <a:pt x="442581" y="141185"/>
                    <a:pt x="443317" y="96291"/>
                    <a:pt x="443317" y="96291"/>
                  </a:cubicBezTo>
                  <a:cubicBezTo>
                    <a:pt x="443317" y="96291"/>
                    <a:pt x="443858" y="0"/>
                    <a:pt x="225269" y="0"/>
                  </a:cubicBezTo>
                  <a:cubicBezTo>
                    <a:pt x="6680" y="0"/>
                    <a:pt x="217" y="111810"/>
                    <a:pt x="217" y="111810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53C55FE5-AEBB-82FF-E274-DCA7CEA18BD7}"/>
                </a:ext>
              </a:extLst>
            </p:cNvPr>
            <p:cNvSpPr/>
            <p:nvPr/>
          </p:nvSpPr>
          <p:spPr>
            <a:xfrm>
              <a:off x="2894338" y="5018638"/>
              <a:ext cx="545543" cy="552743"/>
            </a:xfrm>
            <a:custGeom>
              <a:avLst/>
              <a:gdLst>
                <a:gd name="connsiteX0" fmla="*/ 225358 w 545543"/>
                <a:gd name="connsiteY0" fmla="*/ 12858 h 552743"/>
                <a:gd name="connsiteX1" fmla="*/ 40788 w 545543"/>
                <a:gd name="connsiteY1" fmla="*/ 96764 h 552743"/>
                <a:gd name="connsiteX2" fmla="*/ 9169 w 545543"/>
                <a:gd name="connsiteY2" fmla="*/ 364620 h 552743"/>
                <a:gd name="connsiteX3" fmla="*/ 76743 w 545543"/>
                <a:gd name="connsiteY3" fmla="*/ 516333 h 552743"/>
                <a:gd name="connsiteX4" fmla="*/ 222997 w 545543"/>
                <a:gd name="connsiteY4" fmla="*/ 544662 h 552743"/>
                <a:gd name="connsiteX5" fmla="*/ 365808 w 545543"/>
                <a:gd name="connsiteY5" fmla="*/ 470083 h 552743"/>
                <a:gd name="connsiteX6" fmla="*/ 397002 w 545543"/>
                <a:gd name="connsiteY6" fmla="*/ 403245 h 552743"/>
                <a:gd name="connsiteX7" fmla="*/ 423629 w 545543"/>
                <a:gd name="connsiteY7" fmla="*/ 515365 h 552743"/>
                <a:gd name="connsiteX8" fmla="*/ 490622 w 545543"/>
                <a:gd name="connsiteY8" fmla="*/ 493421 h 552743"/>
                <a:gd name="connsiteX9" fmla="*/ 544263 w 545543"/>
                <a:gd name="connsiteY9" fmla="*/ 273825 h 552743"/>
                <a:gd name="connsiteX10" fmla="*/ 389223 w 545543"/>
                <a:gd name="connsiteY10" fmla="*/ 15954 h 552743"/>
                <a:gd name="connsiteX11" fmla="*/ 225358 w 545543"/>
                <a:gd name="connsiteY11" fmla="*/ 12819 h 552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5543" h="552743">
                  <a:moveTo>
                    <a:pt x="225358" y="12858"/>
                  </a:moveTo>
                  <a:cubicBezTo>
                    <a:pt x="209219" y="18547"/>
                    <a:pt x="101705" y="-7074"/>
                    <a:pt x="40788" y="96764"/>
                  </a:cubicBezTo>
                  <a:cubicBezTo>
                    <a:pt x="-20129" y="200601"/>
                    <a:pt x="3712" y="311986"/>
                    <a:pt x="9169" y="364620"/>
                  </a:cubicBezTo>
                  <a:cubicBezTo>
                    <a:pt x="14665" y="417255"/>
                    <a:pt x="47097" y="491447"/>
                    <a:pt x="76743" y="516333"/>
                  </a:cubicBezTo>
                  <a:cubicBezTo>
                    <a:pt x="106388" y="541218"/>
                    <a:pt x="145593" y="565948"/>
                    <a:pt x="222997" y="544662"/>
                  </a:cubicBezTo>
                  <a:cubicBezTo>
                    <a:pt x="295216" y="524808"/>
                    <a:pt x="352998" y="488931"/>
                    <a:pt x="365808" y="470083"/>
                  </a:cubicBezTo>
                  <a:cubicBezTo>
                    <a:pt x="378618" y="451235"/>
                    <a:pt x="397002" y="403245"/>
                    <a:pt x="397002" y="403245"/>
                  </a:cubicBezTo>
                  <a:cubicBezTo>
                    <a:pt x="397002" y="403245"/>
                    <a:pt x="395183" y="494311"/>
                    <a:pt x="423629" y="515365"/>
                  </a:cubicBezTo>
                  <a:cubicBezTo>
                    <a:pt x="452036" y="536419"/>
                    <a:pt x="484120" y="501626"/>
                    <a:pt x="490622" y="493421"/>
                  </a:cubicBezTo>
                  <a:cubicBezTo>
                    <a:pt x="497124" y="485216"/>
                    <a:pt x="554790" y="381959"/>
                    <a:pt x="544263" y="273825"/>
                  </a:cubicBezTo>
                  <a:cubicBezTo>
                    <a:pt x="533697" y="165692"/>
                    <a:pt x="489500" y="46528"/>
                    <a:pt x="389223" y="15954"/>
                  </a:cubicBezTo>
                  <a:cubicBezTo>
                    <a:pt x="288946" y="-14621"/>
                    <a:pt x="241497" y="7130"/>
                    <a:pt x="225358" y="12819"/>
                  </a:cubicBez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5CBD60F4-EF81-4F0D-1678-86704A16966A}"/>
                </a:ext>
              </a:extLst>
            </p:cNvPr>
            <p:cNvSpPr/>
            <p:nvPr/>
          </p:nvSpPr>
          <p:spPr>
            <a:xfrm>
              <a:off x="2960878" y="5116826"/>
              <a:ext cx="193271" cy="373149"/>
            </a:xfrm>
            <a:custGeom>
              <a:avLst/>
              <a:gdLst>
                <a:gd name="connsiteX0" fmla="*/ 39462 w 193271"/>
                <a:gd name="connsiteY0" fmla="*/ 21061 h 373149"/>
                <a:gd name="connsiteX1" fmla="*/ 90239 w 193271"/>
                <a:gd name="connsiteY1" fmla="*/ 372553 h 373149"/>
                <a:gd name="connsiteX2" fmla="*/ 188387 w 193271"/>
                <a:gd name="connsiteY2" fmla="*/ 147849 h 373149"/>
                <a:gd name="connsiteX3" fmla="*/ 39462 w 193271"/>
                <a:gd name="connsiteY3" fmla="*/ 21100 h 373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271" h="373149">
                  <a:moveTo>
                    <a:pt x="39462" y="21061"/>
                  </a:moveTo>
                  <a:cubicBezTo>
                    <a:pt x="-32369" y="67271"/>
                    <a:pt x="-633" y="363923"/>
                    <a:pt x="90239" y="372553"/>
                  </a:cubicBezTo>
                  <a:cubicBezTo>
                    <a:pt x="181111" y="381145"/>
                    <a:pt x="204952" y="296387"/>
                    <a:pt x="188387" y="147849"/>
                  </a:cubicBezTo>
                  <a:cubicBezTo>
                    <a:pt x="171823" y="-689"/>
                    <a:pt x="111293" y="-25149"/>
                    <a:pt x="39462" y="21100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A8875A22-985D-D040-B411-45B40C8C8F74}"/>
                </a:ext>
              </a:extLst>
            </p:cNvPr>
            <p:cNvSpPr/>
            <p:nvPr/>
          </p:nvSpPr>
          <p:spPr>
            <a:xfrm>
              <a:off x="2825674" y="5737753"/>
              <a:ext cx="175016" cy="699870"/>
            </a:xfrm>
            <a:custGeom>
              <a:avLst/>
              <a:gdLst>
                <a:gd name="connsiteX0" fmla="*/ 971 w 175016"/>
                <a:gd name="connsiteY0" fmla="*/ 13021 h 699870"/>
                <a:gd name="connsiteX1" fmla="*/ 48535 w 175016"/>
                <a:gd name="connsiteY1" fmla="*/ 671342 h 699870"/>
                <a:gd name="connsiteX2" fmla="*/ 141846 w 175016"/>
                <a:gd name="connsiteY2" fmla="*/ 662982 h 699870"/>
                <a:gd name="connsiteX3" fmla="*/ 158178 w 175016"/>
                <a:gd name="connsiteY3" fmla="*/ 422295 h 699870"/>
                <a:gd name="connsiteX4" fmla="*/ 971 w 175016"/>
                <a:gd name="connsiteY4" fmla="*/ 12982 h 699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016" h="699870">
                  <a:moveTo>
                    <a:pt x="971" y="13021"/>
                  </a:moveTo>
                  <a:cubicBezTo>
                    <a:pt x="-7118" y="48704"/>
                    <a:pt x="37699" y="631208"/>
                    <a:pt x="48535" y="671342"/>
                  </a:cubicBezTo>
                  <a:cubicBezTo>
                    <a:pt x="59372" y="711515"/>
                    <a:pt x="100744" y="709735"/>
                    <a:pt x="141846" y="662982"/>
                  </a:cubicBezTo>
                  <a:cubicBezTo>
                    <a:pt x="182948" y="616231"/>
                    <a:pt x="182754" y="552565"/>
                    <a:pt x="158178" y="422295"/>
                  </a:cubicBezTo>
                  <a:cubicBezTo>
                    <a:pt x="75936" y="-13258"/>
                    <a:pt x="9059" y="-22701"/>
                    <a:pt x="971" y="12982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06E84CEA-721C-6190-F827-FF5D057A617C}"/>
              </a:ext>
            </a:extLst>
          </p:cNvPr>
          <p:cNvGrpSpPr/>
          <p:nvPr/>
        </p:nvGrpSpPr>
        <p:grpSpPr>
          <a:xfrm>
            <a:off x="368517" y="4905204"/>
            <a:ext cx="1499689" cy="1786333"/>
            <a:chOff x="368517" y="4905204"/>
            <a:chExt cx="1499689" cy="1786333"/>
          </a:xfrm>
        </p:grpSpPr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D43C983A-96D9-E5E4-5DB2-CE0CAE9D95B7}"/>
                </a:ext>
              </a:extLst>
            </p:cNvPr>
            <p:cNvSpPr/>
            <p:nvPr/>
          </p:nvSpPr>
          <p:spPr>
            <a:xfrm>
              <a:off x="781317" y="6211637"/>
              <a:ext cx="194488" cy="479900"/>
            </a:xfrm>
            <a:custGeom>
              <a:avLst/>
              <a:gdLst>
                <a:gd name="connsiteX0" fmla="*/ 24076 w 194488"/>
                <a:gd name="connsiteY0" fmla="*/ 99696 h 479900"/>
                <a:gd name="connsiteX1" fmla="*/ 13007 w 194488"/>
                <a:gd name="connsiteY1" fmla="*/ 220795 h 479900"/>
                <a:gd name="connsiteX2" fmla="*/ 467 w 194488"/>
                <a:gd name="connsiteY2" fmla="*/ 358265 h 479900"/>
                <a:gd name="connsiteX3" fmla="*/ 123811 w 194488"/>
                <a:gd name="connsiteY3" fmla="*/ 479518 h 479900"/>
                <a:gd name="connsiteX4" fmla="*/ 194365 w 194488"/>
                <a:gd name="connsiteY4" fmla="*/ 366624 h 479900"/>
                <a:gd name="connsiteX5" fmla="*/ 176678 w 194488"/>
                <a:gd name="connsiteY5" fmla="*/ 264683 h 479900"/>
                <a:gd name="connsiteX6" fmla="*/ 181825 w 194488"/>
                <a:gd name="connsiteY6" fmla="*/ 121989 h 479900"/>
                <a:gd name="connsiteX7" fmla="*/ 104537 w 194488"/>
                <a:gd name="connsiteY7" fmla="*/ 0 h 479900"/>
                <a:gd name="connsiteX8" fmla="*/ 24037 w 194488"/>
                <a:gd name="connsiteY8" fmla="*/ 99658 h 479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488" h="479900">
                  <a:moveTo>
                    <a:pt x="24076" y="99696"/>
                  </a:moveTo>
                  <a:cubicBezTo>
                    <a:pt x="20670" y="129458"/>
                    <a:pt x="14478" y="193820"/>
                    <a:pt x="13007" y="220795"/>
                  </a:cubicBezTo>
                  <a:cubicBezTo>
                    <a:pt x="10917" y="259459"/>
                    <a:pt x="-2667" y="302843"/>
                    <a:pt x="467" y="358265"/>
                  </a:cubicBezTo>
                  <a:cubicBezTo>
                    <a:pt x="3602" y="413686"/>
                    <a:pt x="64751" y="485788"/>
                    <a:pt x="123811" y="479518"/>
                  </a:cubicBezTo>
                  <a:cubicBezTo>
                    <a:pt x="182870" y="473249"/>
                    <a:pt x="195951" y="393793"/>
                    <a:pt x="194365" y="366624"/>
                  </a:cubicBezTo>
                  <a:cubicBezTo>
                    <a:pt x="192778" y="339455"/>
                    <a:pt x="177297" y="307565"/>
                    <a:pt x="176678" y="264683"/>
                  </a:cubicBezTo>
                  <a:cubicBezTo>
                    <a:pt x="176058" y="221802"/>
                    <a:pt x="185579" y="168780"/>
                    <a:pt x="181825" y="121989"/>
                  </a:cubicBezTo>
                  <a:cubicBezTo>
                    <a:pt x="178071" y="75198"/>
                    <a:pt x="184573" y="0"/>
                    <a:pt x="104537" y="0"/>
                  </a:cubicBezTo>
                  <a:cubicBezTo>
                    <a:pt x="24501" y="0"/>
                    <a:pt x="27481" y="69896"/>
                    <a:pt x="24037" y="99658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38BC3354-B8B4-CD87-7490-A7766B221FC0}"/>
                </a:ext>
              </a:extLst>
            </p:cNvPr>
            <p:cNvSpPr/>
            <p:nvPr/>
          </p:nvSpPr>
          <p:spPr>
            <a:xfrm>
              <a:off x="817468" y="6036239"/>
              <a:ext cx="142887" cy="334490"/>
            </a:xfrm>
            <a:custGeom>
              <a:avLst/>
              <a:gdLst>
                <a:gd name="connsiteX0" fmla="*/ 8050 w 142887"/>
                <a:gd name="connsiteY0" fmla="*/ 39 h 334490"/>
                <a:gd name="connsiteX1" fmla="*/ 0 w 142887"/>
                <a:gd name="connsiteY1" fmla="*/ 282873 h 334490"/>
                <a:gd name="connsiteX2" fmla="*/ 59717 w 142887"/>
                <a:gd name="connsiteY2" fmla="*/ 334463 h 334490"/>
                <a:gd name="connsiteX3" fmla="*/ 129536 w 142887"/>
                <a:gd name="connsiteY3" fmla="*/ 275945 h 334490"/>
                <a:gd name="connsiteX4" fmla="*/ 142888 w 142887"/>
                <a:gd name="connsiteY4" fmla="*/ 26588 h 334490"/>
                <a:gd name="connsiteX5" fmla="*/ 8011 w 142887"/>
                <a:gd name="connsiteY5" fmla="*/ 0 h 334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887" h="334490">
                  <a:moveTo>
                    <a:pt x="8050" y="39"/>
                  </a:moveTo>
                  <a:cubicBezTo>
                    <a:pt x="8592" y="309"/>
                    <a:pt x="0" y="282873"/>
                    <a:pt x="0" y="282873"/>
                  </a:cubicBezTo>
                  <a:cubicBezTo>
                    <a:pt x="0" y="282873"/>
                    <a:pt x="15171" y="332953"/>
                    <a:pt x="59717" y="334463"/>
                  </a:cubicBezTo>
                  <a:cubicBezTo>
                    <a:pt x="104263" y="335972"/>
                    <a:pt x="129536" y="275945"/>
                    <a:pt x="129536" y="275945"/>
                  </a:cubicBezTo>
                  <a:lnTo>
                    <a:pt x="142888" y="26588"/>
                  </a:lnTo>
                  <a:lnTo>
                    <a:pt x="8011" y="0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58053AB4-D57A-39F5-F713-84981E5D01AD}"/>
                </a:ext>
              </a:extLst>
            </p:cNvPr>
            <p:cNvSpPr/>
            <p:nvPr/>
          </p:nvSpPr>
          <p:spPr>
            <a:xfrm>
              <a:off x="729188" y="5797022"/>
              <a:ext cx="339068" cy="500583"/>
            </a:xfrm>
            <a:custGeom>
              <a:avLst/>
              <a:gdLst>
                <a:gd name="connsiteX0" fmla="*/ 74424 w 339068"/>
                <a:gd name="connsiteY0" fmla="*/ 458271 h 500583"/>
                <a:gd name="connsiteX1" fmla="*/ 0 w 339068"/>
                <a:gd name="connsiteY1" fmla="*/ 0 h 500583"/>
                <a:gd name="connsiteX2" fmla="*/ 339069 w 339068"/>
                <a:gd name="connsiteY2" fmla="*/ 25040 h 500583"/>
                <a:gd name="connsiteX3" fmla="*/ 247770 w 339068"/>
                <a:gd name="connsiteY3" fmla="*/ 463766 h 500583"/>
                <a:gd name="connsiteX4" fmla="*/ 163013 w 339068"/>
                <a:gd name="connsiteY4" fmla="*/ 500301 h 500583"/>
                <a:gd name="connsiteX5" fmla="*/ 74385 w 339068"/>
                <a:gd name="connsiteY5" fmla="*/ 458310 h 500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068" h="500583">
                  <a:moveTo>
                    <a:pt x="74424" y="458271"/>
                  </a:moveTo>
                  <a:cubicBezTo>
                    <a:pt x="67071" y="445073"/>
                    <a:pt x="0" y="0"/>
                    <a:pt x="0" y="0"/>
                  </a:cubicBezTo>
                  <a:lnTo>
                    <a:pt x="339069" y="25040"/>
                  </a:lnTo>
                  <a:cubicBezTo>
                    <a:pt x="339069" y="25040"/>
                    <a:pt x="250905" y="454130"/>
                    <a:pt x="247770" y="463766"/>
                  </a:cubicBezTo>
                  <a:cubicBezTo>
                    <a:pt x="244636" y="473404"/>
                    <a:pt x="207095" y="496663"/>
                    <a:pt x="163013" y="500301"/>
                  </a:cubicBezTo>
                  <a:cubicBezTo>
                    <a:pt x="118931" y="503939"/>
                    <a:pt x="81777" y="471507"/>
                    <a:pt x="74385" y="458310"/>
                  </a:cubicBezTo>
                  <a:close/>
                </a:path>
              </a:pathLst>
            </a:custGeom>
            <a:solidFill>
              <a:srgbClr val="4C4E83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727E8F02-D310-0EDA-DF31-D8C307239527}"/>
                </a:ext>
              </a:extLst>
            </p:cNvPr>
            <p:cNvSpPr/>
            <p:nvPr/>
          </p:nvSpPr>
          <p:spPr>
            <a:xfrm>
              <a:off x="505057" y="5756153"/>
              <a:ext cx="225505" cy="341517"/>
            </a:xfrm>
            <a:custGeom>
              <a:avLst/>
              <a:gdLst>
                <a:gd name="connsiteX0" fmla="*/ 4730 w 225505"/>
                <a:gd name="connsiteY0" fmla="*/ 36612 h 341517"/>
                <a:gd name="connsiteX1" fmla="*/ 8 w 225505"/>
                <a:gd name="connsiteY1" fmla="*/ 231283 h 341517"/>
                <a:gd name="connsiteX2" fmla="*/ 30467 w 225505"/>
                <a:gd name="connsiteY2" fmla="*/ 307681 h 341517"/>
                <a:gd name="connsiteX3" fmla="*/ 131131 w 225505"/>
                <a:gd name="connsiteY3" fmla="*/ 341236 h 341517"/>
                <a:gd name="connsiteX4" fmla="*/ 182256 w 225505"/>
                <a:gd name="connsiteY4" fmla="*/ 313370 h 341517"/>
                <a:gd name="connsiteX5" fmla="*/ 221500 w 225505"/>
                <a:gd name="connsiteY5" fmla="*/ 310545 h 341517"/>
                <a:gd name="connsiteX6" fmla="*/ 218907 w 225505"/>
                <a:gd name="connsiteY6" fmla="*/ 273623 h 341517"/>
                <a:gd name="connsiteX7" fmla="*/ 206522 w 225505"/>
                <a:gd name="connsiteY7" fmla="*/ 191536 h 341517"/>
                <a:gd name="connsiteX8" fmla="*/ 152224 w 225505"/>
                <a:gd name="connsiteY8" fmla="*/ 130890 h 341517"/>
                <a:gd name="connsiteX9" fmla="*/ 140381 w 225505"/>
                <a:gd name="connsiteY9" fmla="*/ 0 h 341517"/>
                <a:gd name="connsiteX10" fmla="*/ 4730 w 225505"/>
                <a:gd name="connsiteY10" fmla="*/ 36612 h 341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5505" h="341517">
                  <a:moveTo>
                    <a:pt x="4730" y="36612"/>
                  </a:moveTo>
                  <a:cubicBezTo>
                    <a:pt x="4730" y="36612"/>
                    <a:pt x="512" y="213209"/>
                    <a:pt x="8" y="231283"/>
                  </a:cubicBezTo>
                  <a:cubicBezTo>
                    <a:pt x="-495" y="249357"/>
                    <a:pt x="21682" y="302533"/>
                    <a:pt x="30467" y="307681"/>
                  </a:cubicBezTo>
                  <a:cubicBezTo>
                    <a:pt x="39252" y="312828"/>
                    <a:pt x="108413" y="344835"/>
                    <a:pt x="131131" y="341236"/>
                  </a:cubicBezTo>
                  <a:cubicBezTo>
                    <a:pt x="153849" y="337637"/>
                    <a:pt x="182256" y="313370"/>
                    <a:pt x="182256" y="313370"/>
                  </a:cubicBezTo>
                  <a:cubicBezTo>
                    <a:pt x="182256" y="313370"/>
                    <a:pt x="211167" y="326258"/>
                    <a:pt x="221500" y="310545"/>
                  </a:cubicBezTo>
                  <a:cubicBezTo>
                    <a:pt x="231834" y="294793"/>
                    <a:pt x="218907" y="273623"/>
                    <a:pt x="218907" y="273623"/>
                  </a:cubicBezTo>
                  <a:cubicBezTo>
                    <a:pt x="218907" y="273623"/>
                    <a:pt x="220958" y="224588"/>
                    <a:pt x="206522" y="191536"/>
                  </a:cubicBezTo>
                  <a:cubicBezTo>
                    <a:pt x="200524" y="177874"/>
                    <a:pt x="152224" y="130890"/>
                    <a:pt x="152224" y="130890"/>
                  </a:cubicBezTo>
                  <a:lnTo>
                    <a:pt x="140381" y="0"/>
                  </a:lnTo>
                  <a:lnTo>
                    <a:pt x="4730" y="36612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B4D3F4AE-A50D-90D2-9B1F-F2280974FD00}"/>
                </a:ext>
              </a:extLst>
            </p:cNvPr>
            <p:cNvSpPr/>
            <p:nvPr/>
          </p:nvSpPr>
          <p:spPr>
            <a:xfrm>
              <a:off x="1278797" y="4905204"/>
              <a:ext cx="197673" cy="348191"/>
            </a:xfrm>
            <a:custGeom>
              <a:avLst/>
              <a:gdLst>
                <a:gd name="connsiteX0" fmla="*/ 5262 w 197673"/>
                <a:gd name="connsiteY0" fmla="*/ 302579 h 348191"/>
                <a:gd name="connsiteX1" fmla="*/ 4372 w 197673"/>
                <a:gd name="connsiteY1" fmla="*/ 123815 h 348191"/>
                <a:gd name="connsiteX2" fmla="*/ 386 w 197673"/>
                <a:gd name="connsiteY2" fmla="*/ 57557 h 348191"/>
                <a:gd name="connsiteX3" fmla="*/ 104610 w 197673"/>
                <a:gd name="connsiteY3" fmla="*/ 14133 h 348191"/>
                <a:gd name="connsiteX4" fmla="*/ 143738 w 197673"/>
                <a:gd name="connsiteY4" fmla="*/ 90763 h 348191"/>
                <a:gd name="connsiteX5" fmla="*/ 191767 w 197673"/>
                <a:gd name="connsiteY5" fmla="*/ 205205 h 348191"/>
                <a:gd name="connsiteX6" fmla="*/ 187007 w 197673"/>
                <a:gd name="connsiteY6" fmla="*/ 339811 h 348191"/>
                <a:gd name="connsiteX7" fmla="*/ 5262 w 197673"/>
                <a:gd name="connsiteY7" fmla="*/ 302618 h 348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7673" h="348191">
                  <a:moveTo>
                    <a:pt x="5262" y="302579"/>
                  </a:moveTo>
                  <a:cubicBezTo>
                    <a:pt x="5649" y="301070"/>
                    <a:pt x="7739" y="197039"/>
                    <a:pt x="4372" y="123815"/>
                  </a:cubicBezTo>
                  <a:cubicBezTo>
                    <a:pt x="3095" y="95717"/>
                    <a:pt x="-1317" y="69051"/>
                    <a:pt x="386" y="57557"/>
                  </a:cubicBezTo>
                  <a:cubicBezTo>
                    <a:pt x="6462" y="16107"/>
                    <a:pt x="58207" y="-21279"/>
                    <a:pt x="104610" y="14133"/>
                  </a:cubicBezTo>
                  <a:cubicBezTo>
                    <a:pt x="121059" y="26711"/>
                    <a:pt x="130889" y="66419"/>
                    <a:pt x="143738" y="90763"/>
                  </a:cubicBezTo>
                  <a:cubicBezTo>
                    <a:pt x="167114" y="135077"/>
                    <a:pt x="188323" y="171534"/>
                    <a:pt x="191767" y="205205"/>
                  </a:cubicBezTo>
                  <a:cubicBezTo>
                    <a:pt x="193238" y="219757"/>
                    <a:pt x="206822" y="327504"/>
                    <a:pt x="187007" y="339811"/>
                  </a:cubicBezTo>
                  <a:cubicBezTo>
                    <a:pt x="135727" y="371624"/>
                    <a:pt x="5262" y="302618"/>
                    <a:pt x="5262" y="302618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5D55A643-9B76-9B3F-1AC5-59D19E2F93E4}"/>
                </a:ext>
              </a:extLst>
            </p:cNvPr>
            <p:cNvSpPr/>
            <p:nvPr/>
          </p:nvSpPr>
          <p:spPr>
            <a:xfrm>
              <a:off x="1303731" y="4986985"/>
              <a:ext cx="118804" cy="110381"/>
            </a:xfrm>
            <a:custGeom>
              <a:avLst/>
              <a:gdLst>
                <a:gd name="connsiteX0" fmla="*/ 222 w 118804"/>
                <a:gd name="connsiteY0" fmla="*/ 110382 h 110381"/>
                <a:gd name="connsiteX1" fmla="*/ 41130 w 118804"/>
                <a:gd name="connsiteY1" fmla="*/ 391 h 110381"/>
                <a:gd name="connsiteX2" fmla="*/ 118805 w 118804"/>
                <a:gd name="connsiteY2" fmla="*/ 85768 h 110381"/>
                <a:gd name="connsiteX3" fmla="*/ 222 w 118804"/>
                <a:gd name="connsiteY3" fmla="*/ 110382 h 110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804" h="110381">
                  <a:moveTo>
                    <a:pt x="222" y="110382"/>
                  </a:moveTo>
                  <a:cubicBezTo>
                    <a:pt x="957" y="108989"/>
                    <a:pt x="-8099" y="7473"/>
                    <a:pt x="41130" y="391"/>
                  </a:cubicBezTo>
                  <a:cubicBezTo>
                    <a:pt x="90359" y="-6730"/>
                    <a:pt x="118805" y="85768"/>
                    <a:pt x="118805" y="85768"/>
                  </a:cubicBezTo>
                  <a:lnTo>
                    <a:pt x="222" y="110382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EE379626-E097-5392-1F2B-D40D42E85C06}"/>
                </a:ext>
              </a:extLst>
            </p:cNvPr>
            <p:cNvSpPr/>
            <p:nvPr/>
          </p:nvSpPr>
          <p:spPr>
            <a:xfrm>
              <a:off x="1232624" y="5044097"/>
              <a:ext cx="335469" cy="488202"/>
            </a:xfrm>
            <a:custGeom>
              <a:avLst/>
              <a:gdLst>
                <a:gd name="connsiteX0" fmla="*/ 0 w 335469"/>
                <a:gd name="connsiteY0" fmla="*/ 488203 h 488202"/>
                <a:gd name="connsiteX1" fmla="*/ 53912 w 335469"/>
                <a:gd name="connsiteY1" fmla="*/ 86708 h 488202"/>
                <a:gd name="connsiteX2" fmla="*/ 106856 w 335469"/>
                <a:gd name="connsiteY2" fmla="*/ 5047 h 488202"/>
                <a:gd name="connsiteX3" fmla="*/ 210036 w 335469"/>
                <a:gd name="connsiteY3" fmla="*/ 44368 h 488202"/>
                <a:gd name="connsiteX4" fmla="*/ 335469 w 335469"/>
                <a:gd name="connsiteY4" fmla="*/ 463860 h 488202"/>
                <a:gd name="connsiteX5" fmla="*/ 0 w 335469"/>
                <a:gd name="connsiteY5" fmla="*/ 488203 h 488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5469" h="488202">
                  <a:moveTo>
                    <a:pt x="0" y="488203"/>
                  </a:moveTo>
                  <a:cubicBezTo>
                    <a:pt x="0" y="488203"/>
                    <a:pt x="49964" y="112832"/>
                    <a:pt x="53912" y="86708"/>
                  </a:cubicBezTo>
                  <a:cubicBezTo>
                    <a:pt x="57898" y="60584"/>
                    <a:pt x="79184" y="22618"/>
                    <a:pt x="106856" y="5047"/>
                  </a:cubicBezTo>
                  <a:cubicBezTo>
                    <a:pt x="134490" y="-12524"/>
                    <a:pt x="195832" y="19483"/>
                    <a:pt x="210036" y="44368"/>
                  </a:cubicBezTo>
                  <a:cubicBezTo>
                    <a:pt x="224240" y="69253"/>
                    <a:pt x="335469" y="463860"/>
                    <a:pt x="335469" y="463860"/>
                  </a:cubicBezTo>
                  <a:lnTo>
                    <a:pt x="0" y="488203"/>
                  </a:lnTo>
                  <a:close/>
                </a:path>
              </a:pathLst>
            </a:custGeom>
            <a:solidFill>
              <a:srgbClr val="4C4E83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94F22607-11FA-0AF3-FB55-65952CC93787}"/>
                </a:ext>
              </a:extLst>
            </p:cNvPr>
            <p:cNvSpPr/>
            <p:nvPr/>
          </p:nvSpPr>
          <p:spPr>
            <a:xfrm>
              <a:off x="491752" y="4984124"/>
              <a:ext cx="399134" cy="474371"/>
            </a:xfrm>
            <a:custGeom>
              <a:avLst/>
              <a:gdLst>
                <a:gd name="connsiteX0" fmla="*/ 0 w 399134"/>
                <a:gd name="connsiteY0" fmla="*/ 428123 h 474371"/>
                <a:gd name="connsiteX1" fmla="*/ 42534 w 399134"/>
                <a:gd name="connsiteY1" fmla="*/ 19004 h 474371"/>
                <a:gd name="connsiteX2" fmla="*/ 203263 w 399134"/>
                <a:gd name="connsiteY2" fmla="*/ 5961 h 474371"/>
                <a:gd name="connsiteX3" fmla="*/ 359735 w 399134"/>
                <a:gd name="connsiteY3" fmla="*/ 16643 h 474371"/>
                <a:gd name="connsiteX4" fmla="*/ 390891 w 399134"/>
                <a:gd name="connsiteY4" fmla="*/ 254699 h 474371"/>
                <a:gd name="connsiteX5" fmla="*/ 399134 w 399134"/>
                <a:gd name="connsiteY5" fmla="*/ 474372 h 474371"/>
                <a:gd name="connsiteX6" fmla="*/ 0 w 399134"/>
                <a:gd name="connsiteY6" fmla="*/ 428123 h 474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9134" h="474371">
                  <a:moveTo>
                    <a:pt x="0" y="428123"/>
                  </a:moveTo>
                  <a:cubicBezTo>
                    <a:pt x="8514" y="321383"/>
                    <a:pt x="-9869" y="52210"/>
                    <a:pt x="42534" y="19004"/>
                  </a:cubicBezTo>
                  <a:cubicBezTo>
                    <a:pt x="94936" y="-14203"/>
                    <a:pt x="128568" y="6270"/>
                    <a:pt x="203263" y="5961"/>
                  </a:cubicBezTo>
                  <a:cubicBezTo>
                    <a:pt x="277958" y="5652"/>
                    <a:pt x="322233" y="-10642"/>
                    <a:pt x="359735" y="16643"/>
                  </a:cubicBezTo>
                  <a:cubicBezTo>
                    <a:pt x="397238" y="43928"/>
                    <a:pt x="388027" y="163517"/>
                    <a:pt x="390891" y="254699"/>
                  </a:cubicBezTo>
                  <a:cubicBezTo>
                    <a:pt x="393716" y="345881"/>
                    <a:pt x="399134" y="474372"/>
                    <a:pt x="399134" y="474372"/>
                  </a:cubicBezTo>
                  <a:lnTo>
                    <a:pt x="0" y="428123"/>
                  </a:ln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C594F8AA-9871-9398-425B-3366431DE118}"/>
                </a:ext>
              </a:extLst>
            </p:cNvPr>
            <p:cNvSpPr/>
            <p:nvPr/>
          </p:nvSpPr>
          <p:spPr>
            <a:xfrm>
              <a:off x="1554927" y="6279675"/>
              <a:ext cx="209482" cy="257829"/>
            </a:xfrm>
            <a:custGeom>
              <a:avLst/>
              <a:gdLst>
                <a:gd name="connsiteX0" fmla="*/ 75438 w 209482"/>
                <a:gd name="connsiteY0" fmla="*/ 3793 h 257829"/>
                <a:gd name="connsiteX1" fmla="*/ 37200 w 209482"/>
                <a:gd name="connsiteY1" fmla="*/ 87389 h 257829"/>
                <a:gd name="connsiteX2" fmla="*/ 35149 w 209482"/>
                <a:gd name="connsiteY2" fmla="*/ 131277 h 257829"/>
                <a:gd name="connsiteX3" fmla="*/ 18430 w 209482"/>
                <a:gd name="connsiteY3" fmla="*/ 137005 h 257829"/>
                <a:gd name="connsiteX4" fmla="*/ 2524 w 209482"/>
                <a:gd name="connsiteY4" fmla="*/ 185654 h 257829"/>
                <a:gd name="connsiteX5" fmla="*/ 18275 w 209482"/>
                <a:gd name="connsiteY5" fmla="*/ 202141 h 257829"/>
                <a:gd name="connsiteX6" fmla="*/ 22378 w 209482"/>
                <a:gd name="connsiteY6" fmla="*/ 245526 h 257829"/>
                <a:gd name="connsiteX7" fmla="*/ 50785 w 209482"/>
                <a:gd name="connsiteY7" fmla="*/ 239566 h 257829"/>
                <a:gd name="connsiteX8" fmla="*/ 118088 w 209482"/>
                <a:gd name="connsiteY8" fmla="*/ 257098 h 257829"/>
                <a:gd name="connsiteX9" fmla="*/ 207025 w 209482"/>
                <a:gd name="connsiteY9" fmla="*/ 158446 h 257829"/>
                <a:gd name="connsiteX10" fmla="*/ 205670 w 209482"/>
                <a:gd name="connsiteY10" fmla="*/ 0 h 257829"/>
                <a:gd name="connsiteX11" fmla="*/ 75399 w 209482"/>
                <a:gd name="connsiteY11" fmla="*/ 3870 h 25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9482" h="257829">
                  <a:moveTo>
                    <a:pt x="75438" y="3793"/>
                  </a:moveTo>
                  <a:cubicBezTo>
                    <a:pt x="75438" y="3793"/>
                    <a:pt x="40761" y="52596"/>
                    <a:pt x="37200" y="87389"/>
                  </a:cubicBezTo>
                  <a:cubicBezTo>
                    <a:pt x="33640" y="122221"/>
                    <a:pt x="35149" y="131277"/>
                    <a:pt x="35149" y="131277"/>
                  </a:cubicBezTo>
                  <a:cubicBezTo>
                    <a:pt x="35149" y="131277"/>
                    <a:pt x="22378" y="132981"/>
                    <a:pt x="18430" y="137005"/>
                  </a:cubicBezTo>
                  <a:cubicBezTo>
                    <a:pt x="14482" y="141030"/>
                    <a:pt x="-7307" y="172456"/>
                    <a:pt x="2524" y="185654"/>
                  </a:cubicBezTo>
                  <a:cubicBezTo>
                    <a:pt x="12354" y="198812"/>
                    <a:pt x="18275" y="202141"/>
                    <a:pt x="18275" y="202141"/>
                  </a:cubicBezTo>
                  <a:cubicBezTo>
                    <a:pt x="18275" y="202141"/>
                    <a:pt x="7593" y="235115"/>
                    <a:pt x="22378" y="245526"/>
                  </a:cubicBezTo>
                  <a:cubicBezTo>
                    <a:pt x="37200" y="255937"/>
                    <a:pt x="50785" y="239566"/>
                    <a:pt x="50785" y="239566"/>
                  </a:cubicBezTo>
                  <a:cubicBezTo>
                    <a:pt x="50785" y="239566"/>
                    <a:pt x="103304" y="262129"/>
                    <a:pt x="118088" y="257098"/>
                  </a:cubicBezTo>
                  <a:cubicBezTo>
                    <a:pt x="132872" y="252028"/>
                    <a:pt x="200794" y="177642"/>
                    <a:pt x="207025" y="158446"/>
                  </a:cubicBezTo>
                  <a:cubicBezTo>
                    <a:pt x="213256" y="139250"/>
                    <a:pt x="205670" y="0"/>
                    <a:pt x="205670" y="0"/>
                  </a:cubicBezTo>
                  <a:lnTo>
                    <a:pt x="75399" y="3870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24D9DB9F-690D-7988-3517-53E185F85941}"/>
                </a:ext>
              </a:extLst>
            </p:cNvPr>
            <p:cNvSpPr/>
            <p:nvPr/>
          </p:nvSpPr>
          <p:spPr>
            <a:xfrm>
              <a:off x="1574131" y="5466502"/>
              <a:ext cx="294075" cy="849911"/>
            </a:xfrm>
            <a:custGeom>
              <a:avLst/>
              <a:gdLst>
                <a:gd name="connsiteX0" fmla="*/ 150319 w 294075"/>
                <a:gd name="connsiteY0" fmla="*/ 7900 h 849911"/>
                <a:gd name="connsiteX1" fmla="*/ 289104 w 294075"/>
                <a:gd name="connsiteY1" fmla="*/ 255283 h 849911"/>
                <a:gd name="connsiteX2" fmla="*/ 257988 w 294075"/>
                <a:gd name="connsiteY2" fmla="*/ 580767 h 849911"/>
                <a:gd name="connsiteX3" fmla="*/ 201831 w 294075"/>
                <a:gd name="connsiteY3" fmla="*/ 808684 h 849911"/>
                <a:gd name="connsiteX4" fmla="*/ 108830 w 294075"/>
                <a:gd name="connsiteY4" fmla="*/ 847850 h 849911"/>
                <a:gd name="connsiteX5" fmla="*/ 48107 w 294075"/>
                <a:gd name="connsiteY5" fmla="*/ 803613 h 849911"/>
                <a:gd name="connsiteX6" fmla="*/ 32935 w 294075"/>
                <a:gd name="connsiteY6" fmla="*/ 590133 h 849911"/>
                <a:gd name="connsiteX7" fmla="*/ 0 w 294075"/>
                <a:gd name="connsiteY7" fmla="*/ 378201 h 849911"/>
                <a:gd name="connsiteX8" fmla="*/ 150319 w 294075"/>
                <a:gd name="connsiteY8" fmla="*/ 7900 h 849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4075" h="849911">
                  <a:moveTo>
                    <a:pt x="150319" y="7900"/>
                  </a:moveTo>
                  <a:cubicBezTo>
                    <a:pt x="237244" y="79769"/>
                    <a:pt x="267779" y="121606"/>
                    <a:pt x="289104" y="255283"/>
                  </a:cubicBezTo>
                  <a:cubicBezTo>
                    <a:pt x="310468" y="388960"/>
                    <a:pt x="255937" y="500809"/>
                    <a:pt x="257988" y="580767"/>
                  </a:cubicBezTo>
                  <a:cubicBezTo>
                    <a:pt x="260039" y="660687"/>
                    <a:pt x="201831" y="808684"/>
                    <a:pt x="201831" y="808684"/>
                  </a:cubicBezTo>
                  <a:cubicBezTo>
                    <a:pt x="201831" y="808684"/>
                    <a:pt x="151402" y="860776"/>
                    <a:pt x="108830" y="847850"/>
                  </a:cubicBezTo>
                  <a:cubicBezTo>
                    <a:pt x="66258" y="834923"/>
                    <a:pt x="51396" y="813173"/>
                    <a:pt x="48107" y="803613"/>
                  </a:cubicBezTo>
                  <a:cubicBezTo>
                    <a:pt x="44856" y="794054"/>
                    <a:pt x="29414" y="647064"/>
                    <a:pt x="32935" y="590133"/>
                  </a:cubicBezTo>
                  <a:cubicBezTo>
                    <a:pt x="36496" y="533202"/>
                    <a:pt x="0" y="378201"/>
                    <a:pt x="0" y="378201"/>
                  </a:cubicBezTo>
                  <a:cubicBezTo>
                    <a:pt x="0" y="378201"/>
                    <a:pt x="63394" y="-63970"/>
                    <a:pt x="150319" y="7900"/>
                  </a:cubicBezTo>
                  <a:close/>
                </a:path>
              </a:pathLst>
            </a:custGeom>
            <a:gradFill>
              <a:gsLst>
                <a:gs pos="0">
                  <a:srgbClr val="F9944F"/>
                </a:gs>
                <a:gs pos="50000">
                  <a:srgbClr val="EF7C3E"/>
                </a:gs>
                <a:gs pos="100000">
                  <a:srgbClr val="E5652D"/>
                </a:gs>
              </a:gsLst>
              <a:lin ang="1220331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342EFB5-683B-0070-4FD5-99C20FE0C470}"/>
                </a:ext>
              </a:extLst>
            </p:cNvPr>
            <p:cNvSpPr/>
            <p:nvPr/>
          </p:nvSpPr>
          <p:spPr>
            <a:xfrm>
              <a:off x="464117" y="5322549"/>
              <a:ext cx="1331433" cy="585110"/>
            </a:xfrm>
            <a:custGeom>
              <a:avLst/>
              <a:gdLst>
                <a:gd name="connsiteX0" fmla="*/ 1293849 w 1331433"/>
                <a:gd name="connsiteY0" fmla="*/ 195780 h 585110"/>
                <a:gd name="connsiteX1" fmla="*/ 885929 w 1331433"/>
                <a:gd name="connsiteY1" fmla="*/ 5018 h 585110"/>
                <a:gd name="connsiteX2" fmla="*/ 440546 w 1331433"/>
                <a:gd name="connsiteY2" fmla="*/ 6218 h 585110"/>
                <a:gd name="connsiteX3" fmla="*/ 23958 w 1331433"/>
                <a:gd name="connsiteY3" fmla="*/ 172714 h 585110"/>
                <a:gd name="connsiteX4" fmla="*/ 70400 w 1331433"/>
                <a:gd name="connsiteY4" fmla="*/ 452065 h 585110"/>
                <a:gd name="connsiteX5" fmla="*/ 400877 w 1331433"/>
                <a:gd name="connsiteY5" fmla="*/ 568133 h 585110"/>
                <a:gd name="connsiteX6" fmla="*/ 952187 w 1331433"/>
                <a:gd name="connsiteY6" fmla="*/ 573280 h 585110"/>
                <a:gd name="connsiteX7" fmla="*/ 1298299 w 1331433"/>
                <a:gd name="connsiteY7" fmla="*/ 442196 h 585110"/>
                <a:gd name="connsiteX8" fmla="*/ 1293810 w 1331433"/>
                <a:gd name="connsiteY8" fmla="*/ 195819 h 585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1433" h="585110">
                  <a:moveTo>
                    <a:pt x="1293849" y="195780"/>
                  </a:moveTo>
                  <a:cubicBezTo>
                    <a:pt x="1270086" y="129213"/>
                    <a:pt x="1064462" y="11829"/>
                    <a:pt x="885929" y="5018"/>
                  </a:cubicBezTo>
                  <a:cubicBezTo>
                    <a:pt x="716221" y="-1484"/>
                    <a:pt x="638623" y="-2258"/>
                    <a:pt x="440546" y="6218"/>
                  </a:cubicBezTo>
                  <a:cubicBezTo>
                    <a:pt x="247694" y="14500"/>
                    <a:pt x="60260" y="138308"/>
                    <a:pt x="23958" y="172714"/>
                  </a:cubicBezTo>
                  <a:cubicBezTo>
                    <a:pt x="-12384" y="207120"/>
                    <a:pt x="-15015" y="377331"/>
                    <a:pt x="70400" y="452065"/>
                  </a:cubicBezTo>
                  <a:cubicBezTo>
                    <a:pt x="155815" y="526799"/>
                    <a:pt x="266851" y="550136"/>
                    <a:pt x="400877" y="568133"/>
                  </a:cubicBezTo>
                  <a:cubicBezTo>
                    <a:pt x="534902" y="586129"/>
                    <a:pt x="833527" y="592786"/>
                    <a:pt x="952187" y="573280"/>
                  </a:cubicBezTo>
                  <a:cubicBezTo>
                    <a:pt x="1070886" y="553774"/>
                    <a:pt x="1233938" y="498469"/>
                    <a:pt x="1298299" y="442196"/>
                  </a:cubicBezTo>
                  <a:cubicBezTo>
                    <a:pt x="1362661" y="385923"/>
                    <a:pt x="1317573" y="262387"/>
                    <a:pt x="1293810" y="195819"/>
                  </a:cubicBezTo>
                  <a:close/>
                </a:path>
              </a:pathLst>
            </a:custGeom>
            <a:gradFill>
              <a:gsLst>
                <a:gs pos="0">
                  <a:srgbClr val="F9944F"/>
                </a:gs>
                <a:gs pos="50000">
                  <a:srgbClr val="EF7C3E"/>
                </a:gs>
                <a:gs pos="100000">
                  <a:srgbClr val="E5652D"/>
                </a:gs>
              </a:gsLst>
              <a:lin ang="1220331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0A2CDCD0-43A3-8934-144B-A8962131D0EB}"/>
                </a:ext>
              </a:extLst>
            </p:cNvPr>
            <p:cNvSpPr/>
            <p:nvPr/>
          </p:nvSpPr>
          <p:spPr>
            <a:xfrm>
              <a:off x="368517" y="5321019"/>
              <a:ext cx="316705" cy="586751"/>
            </a:xfrm>
            <a:custGeom>
              <a:avLst/>
              <a:gdLst>
                <a:gd name="connsiteX0" fmla="*/ 115494 w 316705"/>
                <a:gd name="connsiteY0" fmla="*/ 547370 h 586751"/>
                <a:gd name="connsiteX1" fmla="*/ 48500 w 316705"/>
                <a:gd name="connsiteY1" fmla="*/ 369650 h 586751"/>
                <a:gd name="connsiteX2" fmla="*/ 316 w 316705"/>
                <a:gd name="connsiteY2" fmla="*/ 165380 h 586751"/>
                <a:gd name="connsiteX3" fmla="*/ 148236 w 316705"/>
                <a:gd name="connsiteY3" fmla="*/ 432 h 586751"/>
                <a:gd name="connsiteX4" fmla="*/ 316706 w 316705"/>
                <a:gd name="connsiteY4" fmla="*/ 61311 h 586751"/>
                <a:gd name="connsiteX5" fmla="*/ 306140 w 316705"/>
                <a:gd name="connsiteY5" fmla="*/ 555265 h 586751"/>
                <a:gd name="connsiteX6" fmla="*/ 216893 w 316705"/>
                <a:gd name="connsiteY6" fmla="*/ 586652 h 586751"/>
                <a:gd name="connsiteX7" fmla="*/ 115494 w 316705"/>
                <a:gd name="connsiteY7" fmla="*/ 547370 h 586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6705" h="586751">
                  <a:moveTo>
                    <a:pt x="115494" y="547370"/>
                  </a:moveTo>
                  <a:cubicBezTo>
                    <a:pt x="106592" y="534985"/>
                    <a:pt x="76521" y="466018"/>
                    <a:pt x="48500" y="369650"/>
                  </a:cubicBezTo>
                  <a:cubicBezTo>
                    <a:pt x="23963" y="285279"/>
                    <a:pt x="3219" y="199825"/>
                    <a:pt x="316" y="165380"/>
                  </a:cubicBezTo>
                  <a:cubicBezTo>
                    <a:pt x="-5915" y="91576"/>
                    <a:pt x="81165" y="6857"/>
                    <a:pt x="148236" y="432"/>
                  </a:cubicBezTo>
                  <a:cubicBezTo>
                    <a:pt x="215306" y="-5992"/>
                    <a:pt x="316706" y="61311"/>
                    <a:pt x="316706" y="61311"/>
                  </a:cubicBezTo>
                  <a:cubicBezTo>
                    <a:pt x="316706" y="61311"/>
                    <a:pt x="312061" y="544003"/>
                    <a:pt x="306140" y="555265"/>
                  </a:cubicBezTo>
                  <a:cubicBezTo>
                    <a:pt x="303237" y="560761"/>
                    <a:pt x="258730" y="588626"/>
                    <a:pt x="216893" y="586652"/>
                  </a:cubicBezTo>
                  <a:cubicBezTo>
                    <a:pt x="172966" y="584601"/>
                    <a:pt x="120061" y="553716"/>
                    <a:pt x="115494" y="547370"/>
                  </a:cubicBezTo>
                  <a:close/>
                </a:path>
              </a:pathLst>
            </a:custGeom>
            <a:gradFill>
              <a:gsLst>
                <a:gs pos="0">
                  <a:srgbClr val="F9944F"/>
                </a:gs>
                <a:gs pos="50000">
                  <a:srgbClr val="EF7C3E"/>
                </a:gs>
                <a:gs pos="100000">
                  <a:srgbClr val="E5652D"/>
                </a:gs>
              </a:gsLst>
              <a:lin ang="1220331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4FA67D5-D6B2-44D9-2D1C-53BAB8875180}"/>
                </a:ext>
              </a:extLst>
            </p:cNvPr>
            <p:cNvSpPr/>
            <p:nvPr/>
          </p:nvSpPr>
          <p:spPr>
            <a:xfrm>
              <a:off x="603782" y="5487840"/>
              <a:ext cx="1055927" cy="329966"/>
            </a:xfrm>
            <a:custGeom>
              <a:avLst/>
              <a:gdLst>
                <a:gd name="connsiteX0" fmla="*/ 632 w 1055927"/>
                <a:gd name="connsiteY0" fmla="*/ 144273 h 329966"/>
                <a:gd name="connsiteX1" fmla="*/ 477789 w 1055927"/>
                <a:gd name="connsiteY1" fmla="*/ 263 h 329966"/>
                <a:gd name="connsiteX2" fmla="*/ 1055339 w 1055927"/>
                <a:gd name="connsiteY2" fmla="*/ 175079 h 329966"/>
                <a:gd name="connsiteX3" fmla="*/ 528721 w 1055927"/>
                <a:gd name="connsiteY3" fmla="*/ 329694 h 329966"/>
                <a:gd name="connsiteX4" fmla="*/ 670 w 1055927"/>
                <a:gd name="connsiteY4" fmla="*/ 144273 h 32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927" h="329966">
                  <a:moveTo>
                    <a:pt x="632" y="144273"/>
                  </a:moveTo>
                  <a:cubicBezTo>
                    <a:pt x="-13069" y="-12741"/>
                    <a:pt x="197741" y="263"/>
                    <a:pt x="477789" y="263"/>
                  </a:cubicBezTo>
                  <a:cubicBezTo>
                    <a:pt x="757837" y="263"/>
                    <a:pt x="1037614" y="6687"/>
                    <a:pt x="1055339" y="175079"/>
                  </a:cubicBezTo>
                  <a:cubicBezTo>
                    <a:pt x="1073065" y="343472"/>
                    <a:pt x="685387" y="329694"/>
                    <a:pt x="528721" y="329694"/>
                  </a:cubicBezTo>
                  <a:cubicBezTo>
                    <a:pt x="372055" y="329694"/>
                    <a:pt x="14371" y="301287"/>
                    <a:pt x="670" y="144273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36B88E50-A5BD-7F6F-CD5B-DBC6BCFD0A0A}"/>
                </a:ext>
              </a:extLst>
            </p:cNvPr>
            <p:cNvSpPr/>
            <p:nvPr/>
          </p:nvSpPr>
          <p:spPr>
            <a:xfrm>
              <a:off x="631388" y="5238861"/>
              <a:ext cx="118853" cy="777020"/>
            </a:xfrm>
            <a:custGeom>
              <a:avLst/>
              <a:gdLst>
                <a:gd name="connsiteX0" fmla="*/ 0 w 118853"/>
                <a:gd name="connsiteY0" fmla="*/ 750045 h 777020"/>
                <a:gd name="connsiteX1" fmla="*/ 28175 w 118853"/>
                <a:gd name="connsiteY1" fmla="*/ 627282 h 777020"/>
                <a:gd name="connsiteX2" fmla="*/ 25427 w 118853"/>
                <a:gd name="connsiteY2" fmla="*/ 376261 h 777020"/>
                <a:gd name="connsiteX3" fmla="*/ 33052 w 118853"/>
                <a:gd name="connsiteY3" fmla="*/ 0 h 777020"/>
                <a:gd name="connsiteX4" fmla="*/ 118854 w 118853"/>
                <a:gd name="connsiteY4" fmla="*/ 0 h 777020"/>
                <a:gd name="connsiteX5" fmla="*/ 107243 w 118853"/>
                <a:gd name="connsiteY5" fmla="*/ 361980 h 777020"/>
                <a:gd name="connsiteX6" fmla="*/ 110727 w 118853"/>
                <a:gd name="connsiteY6" fmla="*/ 668810 h 777020"/>
                <a:gd name="connsiteX7" fmla="*/ 59756 w 118853"/>
                <a:gd name="connsiteY7" fmla="*/ 777021 h 777020"/>
                <a:gd name="connsiteX8" fmla="*/ 25814 w 118853"/>
                <a:gd name="connsiteY8" fmla="*/ 767848 h 777020"/>
                <a:gd name="connsiteX9" fmla="*/ 39 w 118853"/>
                <a:gd name="connsiteY9" fmla="*/ 750045 h 777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8853" h="777020">
                  <a:moveTo>
                    <a:pt x="0" y="750045"/>
                  </a:moveTo>
                  <a:cubicBezTo>
                    <a:pt x="0" y="750045"/>
                    <a:pt x="28175" y="672603"/>
                    <a:pt x="28175" y="627282"/>
                  </a:cubicBezTo>
                  <a:cubicBezTo>
                    <a:pt x="28175" y="581962"/>
                    <a:pt x="35180" y="558586"/>
                    <a:pt x="25427" y="376261"/>
                  </a:cubicBezTo>
                  <a:cubicBezTo>
                    <a:pt x="15636" y="193936"/>
                    <a:pt x="37889" y="67187"/>
                    <a:pt x="33052" y="0"/>
                  </a:cubicBezTo>
                  <a:lnTo>
                    <a:pt x="118854" y="0"/>
                  </a:lnTo>
                  <a:cubicBezTo>
                    <a:pt x="118854" y="0"/>
                    <a:pt x="100857" y="198000"/>
                    <a:pt x="107243" y="361980"/>
                  </a:cubicBezTo>
                  <a:cubicBezTo>
                    <a:pt x="113629" y="525961"/>
                    <a:pt x="119628" y="631578"/>
                    <a:pt x="110727" y="668810"/>
                  </a:cubicBezTo>
                  <a:cubicBezTo>
                    <a:pt x="101825" y="706041"/>
                    <a:pt x="59756" y="777021"/>
                    <a:pt x="59756" y="777021"/>
                  </a:cubicBezTo>
                  <a:cubicBezTo>
                    <a:pt x="59756" y="777021"/>
                    <a:pt x="46288" y="775240"/>
                    <a:pt x="25814" y="767848"/>
                  </a:cubicBezTo>
                  <a:cubicBezTo>
                    <a:pt x="5341" y="760456"/>
                    <a:pt x="39" y="750045"/>
                    <a:pt x="39" y="750045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0361F220-A9AF-4806-49F5-7EB649C7A295}"/>
                </a:ext>
              </a:extLst>
            </p:cNvPr>
            <p:cNvSpPr/>
            <p:nvPr/>
          </p:nvSpPr>
          <p:spPr>
            <a:xfrm>
              <a:off x="843905" y="5382335"/>
              <a:ext cx="648604" cy="668763"/>
            </a:xfrm>
            <a:custGeom>
              <a:avLst/>
              <a:gdLst>
                <a:gd name="connsiteX0" fmla="*/ 214831 w 648604"/>
                <a:gd name="connsiteY0" fmla="*/ 571856 h 668763"/>
                <a:gd name="connsiteX1" fmla="*/ 46710 w 648604"/>
                <a:gd name="connsiteY1" fmla="*/ 415964 h 668763"/>
                <a:gd name="connsiteX2" fmla="*/ 6963 w 648604"/>
                <a:gd name="connsiteY2" fmla="*/ 269322 h 668763"/>
                <a:gd name="connsiteX3" fmla="*/ 69118 w 648604"/>
                <a:gd name="connsiteY3" fmla="*/ 123183 h 668763"/>
                <a:gd name="connsiteX4" fmla="*/ 216225 w 648604"/>
                <a:gd name="connsiteY4" fmla="*/ 10560 h 668763"/>
                <a:gd name="connsiteX5" fmla="*/ 358532 w 648604"/>
                <a:gd name="connsiteY5" fmla="*/ 27937 h 668763"/>
                <a:gd name="connsiteX6" fmla="*/ 561563 w 648604"/>
                <a:gd name="connsiteY6" fmla="*/ 56654 h 668763"/>
                <a:gd name="connsiteX7" fmla="*/ 609089 w 648604"/>
                <a:gd name="connsiteY7" fmla="*/ 197723 h 668763"/>
                <a:gd name="connsiteX8" fmla="*/ 631768 w 648604"/>
                <a:gd name="connsiteY8" fmla="*/ 376410 h 668763"/>
                <a:gd name="connsiteX9" fmla="*/ 564891 w 648604"/>
                <a:gd name="connsiteY9" fmla="*/ 444642 h 668763"/>
                <a:gd name="connsiteX10" fmla="*/ 479360 w 648604"/>
                <a:gd name="connsiteY10" fmla="*/ 585247 h 668763"/>
                <a:gd name="connsiteX11" fmla="*/ 309806 w 648604"/>
                <a:gd name="connsiteY11" fmla="*/ 668456 h 668763"/>
                <a:gd name="connsiteX12" fmla="*/ 214793 w 648604"/>
                <a:gd name="connsiteY12" fmla="*/ 571856 h 668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48604" h="668763">
                  <a:moveTo>
                    <a:pt x="214831" y="571856"/>
                  </a:moveTo>
                  <a:cubicBezTo>
                    <a:pt x="34054" y="554517"/>
                    <a:pt x="54682" y="458343"/>
                    <a:pt x="46710" y="415964"/>
                  </a:cubicBezTo>
                  <a:cubicBezTo>
                    <a:pt x="38737" y="373585"/>
                    <a:pt x="-19819" y="331980"/>
                    <a:pt x="6963" y="269322"/>
                  </a:cubicBezTo>
                  <a:cubicBezTo>
                    <a:pt x="33783" y="206702"/>
                    <a:pt x="64242" y="217113"/>
                    <a:pt x="69118" y="123183"/>
                  </a:cubicBezTo>
                  <a:cubicBezTo>
                    <a:pt x="73995" y="29214"/>
                    <a:pt x="144007" y="-9023"/>
                    <a:pt x="216225" y="10560"/>
                  </a:cubicBezTo>
                  <a:cubicBezTo>
                    <a:pt x="288443" y="30143"/>
                    <a:pt x="287127" y="63156"/>
                    <a:pt x="358532" y="27937"/>
                  </a:cubicBezTo>
                  <a:cubicBezTo>
                    <a:pt x="429898" y="-7282"/>
                    <a:pt x="543257" y="-20363"/>
                    <a:pt x="561563" y="56654"/>
                  </a:cubicBezTo>
                  <a:cubicBezTo>
                    <a:pt x="579830" y="133633"/>
                    <a:pt x="563111" y="155499"/>
                    <a:pt x="609089" y="197723"/>
                  </a:cubicBezTo>
                  <a:cubicBezTo>
                    <a:pt x="655067" y="239947"/>
                    <a:pt x="658550" y="351835"/>
                    <a:pt x="631768" y="376410"/>
                  </a:cubicBezTo>
                  <a:cubicBezTo>
                    <a:pt x="604987" y="400948"/>
                    <a:pt x="564891" y="398974"/>
                    <a:pt x="564891" y="444642"/>
                  </a:cubicBezTo>
                  <a:cubicBezTo>
                    <a:pt x="564891" y="490311"/>
                    <a:pt x="567252" y="571469"/>
                    <a:pt x="479360" y="585247"/>
                  </a:cubicBezTo>
                  <a:cubicBezTo>
                    <a:pt x="391467" y="599024"/>
                    <a:pt x="370026" y="674145"/>
                    <a:pt x="309806" y="668456"/>
                  </a:cubicBezTo>
                  <a:cubicBezTo>
                    <a:pt x="262977" y="664044"/>
                    <a:pt x="214793" y="571856"/>
                    <a:pt x="214793" y="571856"/>
                  </a:cubicBezTo>
                  <a:close/>
                </a:path>
              </a:pathLst>
            </a:custGeom>
            <a:solidFill>
              <a:srgbClr val="853830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07E05D3-8474-68D9-3CA7-2EF564485046}"/>
                </a:ext>
              </a:extLst>
            </p:cNvPr>
            <p:cNvSpPr/>
            <p:nvPr/>
          </p:nvSpPr>
          <p:spPr>
            <a:xfrm>
              <a:off x="532778" y="5037065"/>
              <a:ext cx="145847" cy="267906"/>
            </a:xfrm>
            <a:custGeom>
              <a:avLst/>
              <a:gdLst>
                <a:gd name="connsiteX0" fmla="*/ 63740 w 145847"/>
                <a:gd name="connsiteY0" fmla="*/ 468 h 267906"/>
                <a:gd name="connsiteX1" fmla="*/ 10989 w 145847"/>
                <a:gd name="connsiteY1" fmla="*/ 226372 h 267906"/>
                <a:gd name="connsiteX2" fmla="*/ 141415 w 145847"/>
                <a:gd name="connsiteY2" fmla="*/ 222811 h 267906"/>
                <a:gd name="connsiteX3" fmla="*/ 63740 w 145847"/>
                <a:gd name="connsiteY3" fmla="*/ 468 h 267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847" h="267906">
                  <a:moveTo>
                    <a:pt x="63740" y="468"/>
                  </a:moveTo>
                  <a:cubicBezTo>
                    <a:pt x="-21056" y="-11374"/>
                    <a:pt x="-893" y="205047"/>
                    <a:pt x="10989" y="226372"/>
                  </a:cubicBezTo>
                  <a:cubicBezTo>
                    <a:pt x="22832" y="247736"/>
                    <a:pt x="130423" y="309969"/>
                    <a:pt x="141415" y="222811"/>
                  </a:cubicBezTo>
                  <a:cubicBezTo>
                    <a:pt x="152406" y="135655"/>
                    <a:pt x="148536" y="12312"/>
                    <a:pt x="63740" y="468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DE246B9-7BD4-978E-C4FB-0B9C29E19C74}"/>
                </a:ext>
              </a:extLst>
            </p:cNvPr>
            <p:cNvSpPr/>
            <p:nvPr/>
          </p:nvSpPr>
          <p:spPr>
            <a:xfrm>
              <a:off x="934841" y="5536339"/>
              <a:ext cx="244188" cy="396749"/>
            </a:xfrm>
            <a:custGeom>
              <a:avLst/>
              <a:gdLst>
                <a:gd name="connsiteX0" fmla="*/ 11195 w 244188"/>
                <a:gd name="connsiteY0" fmla="*/ 133276 h 396749"/>
                <a:gd name="connsiteX1" fmla="*/ 35229 w 244188"/>
                <a:gd name="connsiteY1" fmla="*/ 251279 h 396749"/>
                <a:gd name="connsiteX2" fmla="*/ 77917 w 244188"/>
                <a:gd name="connsiteY2" fmla="*/ 347337 h 396749"/>
                <a:gd name="connsiteX3" fmla="*/ 205982 w 244188"/>
                <a:gd name="connsiteY3" fmla="*/ 392695 h 396749"/>
                <a:gd name="connsiteX4" fmla="*/ 195919 w 244188"/>
                <a:gd name="connsiteY4" fmla="*/ 123794 h 396749"/>
                <a:gd name="connsiteX5" fmla="*/ 66074 w 244188"/>
                <a:gd name="connsiteY5" fmla="*/ 2231 h 396749"/>
                <a:gd name="connsiteX6" fmla="*/ 11233 w 244188"/>
                <a:gd name="connsiteY6" fmla="*/ 133276 h 396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188" h="396749">
                  <a:moveTo>
                    <a:pt x="11195" y="133276"/>
                  </a:moveTo>
                  <a:cubicBezTo>
                    <a:pt x="-24063" y="187226"/>
                    <a:pt x="35229" y="227554"/>
                    <a:pt x="35229" y="251279"/>
                  </a:cubicBezTo>
                  <a:cubicBezTo>
                    <a:pt x="35229" y="275003"/>
                    <a:pt x="11504" y="345092"/>
                    <a:pt x="77917" y="347337"/>
                  </a:cubicBezTo>
                  <a:cubicBezTo>
                    <a:pt x="144330" y="349543"/>
                    <a:pt x="157411" y="413169"/>
                    <a:pt x="205982" y="392695"/>
                  </a:cubicBezTo>
                  <a:cubicBezTo>
                    <a:pt x="254553" y="372222"/>
                    <a:pt x="262642" y="213776"/>
                    <a:pt x="195919" y="123794"/>
                  </a:cubicBezTo>
                  <a:cubicBezTo>
                    <a:pt x="129197" y="33812"/>
                    <a:pt x="120025" y="-10812"/>
                    <a:pt x="66074" y="2231"/>
                  </a:cubicBezTo>
                  <a:cubicBezTo>
                    <a:pt x="12124" y="15273"/>
                    <a:pt x="46491" y="79325"/>
                    <a:pt x="11233" y="133276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F4C42352-6CDC-F6C1-02C3-30ED8413ACCD}"/>
              </a:ext>
            </a:extLst>
          </p:cNvPr>
          <p:cNvGrpSpPr/>
          <p:nvPr/>
        </p:nvGrpSpPr>
        <p:grpSpPr>
          <a:xfrm>
            <a:off x="4393247" y="2341471"/>
            <a:ext cx="1456305" cy="1872450"/>
            <a:chOff x="4393247" y="2341471"/>
            <a:chExt cx="1456305" cy="1872450"/>
          </a:xfrm>
        </p:grpSpPr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DF72D6F8-C837-175B-F942-ACF8DD56CC0E}"/>
                </a:ext>
              </a:extLst>
            </p:cNvPr>
            <p:cNvSpPr/>
            <p:nvPr/>
          </p:nvSpPr>
          <p:spPr>
            <a:xfrm>
              <a:off x="5258627" y="3682212"/>
              <a:ext cx="216707" cy="531709"/>
            </a:xfrm>
            <a:custGeom>
              <a:avLst/>
              <a:gdLst>
                <a:gd name="connsiteX0" fmla="*/ 194106 w 216707"/>
                <a:gd name="connsiteY0" fmla="*/ 165621 h 531709"/>
                <a:gd name="connsiteX1" fmla="*/ 216708 w 216707"/>
                <a:gd name="connsiteY1" fmla="*/ 348449 h 531709"/>
                <a:gd name="connsiteX2" fmla="*/ 163337 w 216707"/>
                <a:gd name="connsiteY2" fmla="*/ 520983 h 531709"/>
                <a:gd name="connsiteX3" fmla="*/ 67860 w 216707"/>
                <a:gd name="connsiteY3" fmla="*/ 522183 h 531709"/>
                <a:gd name="connsiteX4" fmla="*/ 286 w 216707"/>
                <a:gd name="connsiteY4" fmla="*/ 354100 h 531709"/>
                <a:gd name="connsiteX5" fmla="*/ 20101 w 216707"/>
                <a:gd name="connsiteY5" fmla="*/ 189693 h 531709"/>
                <a:gd name="connsiteX6" fmla="*/ 102575 w 216707"/>
                <a:gd name="connsiteY6" fmla="*/ 363 h 531709"/>
                <a:gd name="connsiteX7" fmla="*/ 194106 w 216707"/>
                <a:gd name="connsiteY7" fmla="*/ 165621 h 531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6707" h="531709">
                  <a:moveTo>
                    <a:pt x="194106" y="165621"/>
                  </a:moveTo>
                  <a:cubicBezTo>
                    <a:pt x="200104" y="249914"/>
                    <a:pt x="216669" y="307541"/>
                    <a:pt x="216708" y="348449"/>
                  </a:cubicBezTo>
                  <a:cubicBezTo>
                    <a:pt x="216746" y="389357"/>
                    <a:pt x="180521" y="507669"/>
                    <a:pt x="163337" y="520983"/>
                  </a:cubicBezTo>
                  <a:cubicBezTo>
                    <a:pt x="146154" y="534296"/>
                    <a:pt x="89803" y="535806"/>
                    <a:pt x="67860" y="522183"/>
                  </a:cubicBezTo>
                  <a:cubicBezTo>
                    <a:pt x="45915" y="508559"/>
                    <a:pt x="3227" y="383436"/>
                    <a:pt x="286" y="354100"/>
                  </a:cubicBezTo>
                  <a:cubicBezTo>
                    <a:pt x="-2694" y="324763"/>
                    <a:pt x="18592" y="250533"/>
                    <a:pt x="20101" y="189693"/>
                  </a:cubicBezTo>
                  <a:cubicBezTo>
                    <a:pt x="21611" y="128854"/>
                    <a:pt x="-5597" y="-7958"/>
                    <a:pt x="102575" y="363"/>
                  </a:cubicBezTo>
                  <a:cubicBezTo>
                    <a:pt x="210747" y="8684"/>
                    <a:pt x="188145" y="81328"/>
                    <a:pt x="194106" y="165621"/>
                  </a:cubicBez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120C16F6-F29A-42C2-3FAF-91D910281016}"/>
                </a:ext>
              </a:extLst>
            </p:cNvPr>
            <p:cNvSpPr/>
            <p:nvPr/>
          </p:nvSpPr>
          <p:spPr>
            <a:xfrm>
              <a:off x="5115483" y="2862595"/>
              <a:ext cx="458812" cy="994187"/>
            </a:xfrm>
            <a:custGeom>
              <a:avLst/>
              <a:gdLst>
                <a:gd name="connsiteX0" fmla="*/ 458812 w 458812"/>
                <a:gd name="connsiteY0" fmla="*/ 0 h 994187"/>
                <a:gd name="connsiteX1" fmla="*/ 383924 w 458812"/>
                <a:gd name="connsiteY1" fmla="*/ 549453 h 994187"/>
                <a:gd name="connsiteX2" fmla="*/ 366934 w 458812"/>
                <a:gd name="connsiteY2" fmla="*/ 764249 h 994187"/>
                <a:gd name="connsiteX3" fmla="*/ 368714 w 458812"/>
                <a:gd name="connsiteY3" fmla="*/ 870370 h 994187"/>
                <a:gd name="connsiteX4" fmla="*/ 247383 w 458812"/>
                <a:gd name="connsiteY4" fmla="*/ 991623 h 994187"/>
                <a:gd name="connsiteX5" fmla="*/ 138476 w 458812"/>
                <a:gd name="connsiteY5" fmla="*/ 906131 h 994187"/>
                <a:gd name="connsiteX6" fmla="*/ 143120 w 458812"/>
                <a:gd name="connsiteY6" fmla="*/ 826482 h 994187"/>
                <a:gd name="connsiteX7" fmla="*/ 0 w 458812"/>
                <a:gd name="connsiteY7" fmla="*/ 88589 h 994187"/>
                <a:gd name="connsiteX8" fmla="*/ 458812 w 458812"/>
                <a:gd name="connsiteY8" fmla="*/ 0 h 994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8812" h="994187">
                  <a:moveTo>
                    <a:pt x="458812" y="0"/>
                  </a:moveTo>
                  <a:cubicBezTo>
                    <a:pt x="458812" y="0"/>
                    <a:pt x="396115" y="483775"/>
                    <a:pt x="383924" y="549453"/>
                  </a:cubicBezTo>
                  <a:cubicBezTo>
                    <a:pt x="376958" y="587071"/>
                    <a:pt x="367089" y="725702"/>
                    <a:pt x="366934" y="764249"/>
                  </a:cubicBezTo>
                  <a:cubicBezTo>
                    <a:pt x="366779" y="802796"/>
                    <a:pt x="369953" y="861546"/>
                    <a:pt x="368714" y="870370"/>
                  </a:cubicBezTo>
                  <a:cubicBezTo>
                    <a:pt x="365773" y="891037"/>
                    <a:pt x="341313" y="1013296"/>
                    <a:pt x="247383" y="991623"/>
                  </a:cubicBezTo>
                  <a:cubicBezTo>
                    <a:pt x="153492" y="969989"/>
                    <a:pt x="140682" y="928268"/>
                    <a:pt x="138476" y="906131"/>
                  </a:cubicBezTo>
                  <a:cubicBezTo>
                    <a:pt x="136270" y="883993"/>
                    <a:pt x="145868" y="842427"/>
                    <a:pt x="143120" y="826482"/>
                  </a:cubicBezTo>
                  <a:cubicBezTo>
                    <a:pt x="140372" y="810537"/>
                    <a:pt x="0" y="88589"/>
                    <a:pt x="0" y="88589"/>
                  </a:cubicBezTo>
                  <a:lnTo>
                    <a:pt x="458812" y="0"/>
                  </a:lnTo>
                  <a:close/>
                </a:path>
              </a:pathLst>
            </a:custGeom>
            <a:solidFill>
              <a:srgbClr val="4C4E83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37D57FA9-4642-22E1-EE82-B26AA5DA558F}"/>
                </a:ext>
              </a:extLst>
            </p:cNvPr>
            <p:cNvSpPr/>
            <p:nvPr/>
          </p:nvSpPr>
          <p:spPr>
            <a:xfrm>
              <a:off x="4847182" y="2341471"/>
              <a:ext cx="216894" cy="425318"/>
            </a:xfrm>
            <a:custGeom>
              <a:avLst/>
              <a:gdLst>
                <a:gd name="connsiteX0" fmla="*/ 20918 w 216894"/>
                <a:gd name="connsiteY0" fmla="*/ 32666 h 425318"/>
                <a:gd name="connsiteX1" fmla="*/ 92981 w 216894"/>
                <a:gd name="connsiteY1" fmla="*/ 1 h 425318"/>
                <a:gd name="connsiteX2" fmla="*/ 168992 w 216894"/>
                <a:gd name="connsiteY2" fmla="*/ 39593 h 425318"/>
                <a:gd name="connsiteX3" fmla="*/ 178706 w 216894"/>
                <a:gd name="connsiteY3" fmla="*/ 124273 h 425318"/>
                <a:gd name="connsiteX4" fmla="*/ 213461 w 216894"/>
                <a:gd name="connsiteY4" fmla="*/ 191925 h 425318"/>
                <a:gd name="connsiteX5" fmla="*/ 201347 w 216894"/>
                <a:gd name="connsiteY5" fmla="*/ 393640 h 425318"/>
                <a:gd name="connsiteX6" fmla="*/ 156839 w 216894"/>
                <a:gd name="connsiteY6" fmla="*/ 423943 h 425318"/>
                <a:gd name="connsiteX7" fmla="*/ 61284 w 216894"/>
                <a:gd name="connsiteY7" fmla="*/ 425298 h 425318"/>
                <a:gd name="connsiteX8" fmla="*/ 13255 w 216894"/>
                <a:gd name="connsiteY8" fmla="*/ 385744 h 425318"/>
                <a:gd name="connsiteX9" fmla="*/ 135 w 216894"/>
                <a:gd name="connsiteY9" fmla="*/ 202413 h 425318"/>
                <a:gd name="connsiteX10" fmla="*/ 20918 w 216894"/>
                <a:gd name="connsiteY10" fmla="*/ 32627 h 425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94" h="425318">
                  <a:moveTo>
                    <a:pt x="20918" y="32666"/>
                  </a:moveTo>
                  <a:cubicBezTo>
                    <a:pt x="34038" y="8477"/>
                    <a:pt x="62561" y="156"/>
                    <a:pt x="92981" y="1"/>
                  </a:cubicBezTo>
                  <a:cubicBezTo>
                    <a:pt x="123401" y="-154"/>
                    <a:pt x="163458" y="15056"/>
                    <a:pt x="168992" y="39593"/>
                  </a:cubicBezTo>
                  <a:cubicBezTo>
                    <a:pt x="174527" y="64130"/>
                    <a:pt x="172862" y="95866"/>
                    <a:pt x="178706" y="124273"/>
                  </a:cubicBezTo>
                  <a:cubicBezTo>
                    <a:pt x="184589" y="152719"/>
                    <a:pt x="202663" y="168819"/>
                    <a:pt x="213461" y="191925"/>
                  </a:cubicBezTo>
                  <a:cubicBezTo>
                    <a:pt x="224259" y="215030"/>
                    <a:pt x="206610" y="380403"/>
                    <a:pt x="201347" y="393640"/>
                  </a:cubicBezTo>
                  <a:cubicBezTo>
                    <a:pt x="196122" y="406837"/>
                    <a:pt x="181686" y="421815"/>
                    <a:pt x="156839" y="423943"/>
                  </a:cubicBezTo>
                  <a:cubicBezTo>
                    <a:pt x="131993" y="426072"/>
                    <a:pt x="77423" y="424872"/>
                    <a:pt x="61284" y="425298"/>
                  </a:cubicBezTo>
                  <a:cubicBezTo>
                    <a:pt x="45145" y="425724"/>
                    <a:pt x="22040" y="419841"/>
                    <a:pt x="13255" y="385744"/>
                  </a:cubicBezTo>
                  <a:cubicBezTo>
                    <a:pt x="4431" y="351687"/>
                    <a:pt x="1451" y="259653"/>
                    <a:pt x="135" y="202413"/>
                  </a:cubicBezTo>
                  <a:cubicBezTo>
                    <a:pt x="-1220" y="145134"/>
                    <a:pt x="7759" y="56816"/>
                    <a:pt x="20918" y="32627"/>
                  </a:cubicBez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49ECCF73-E0F8-4932-58FA-1E2A51332047}"/>
                </a:ext>
              </a:extLst>
            </p:cNvPr>
            <p:cNvSpPr/>
            <p:nvPr/>
          </p:nvSpPr>
          <p:spPr>
            <a:xfrm>
              <a:off x="4712479" y="2430406"/>
              <a:ext cx="311213" cy="504910"/>
            </a:xfrm>
            <a:custGeom>
              <a:avLst/>
              <a:gdLst>
                <a:gd name="connsiteX0" fmla="*/ 39 w 311213"/>
                <a:gd name="connsiteY0" fmla="*/ 491171 h 504910"/>
                <a:gd name="connsiteX1" fmla="*/ 92227 w 311213"/>
                <a:gd name="connsiteY1" fmla="*/ 179581 h 504910"/>
                <a:gd name="connsiteX2" fmla="*/ 116532 w 311213"/>
                <a:gd name="connsiteY2" fmla="*/ 58018 h 504910"/>
                <a:gd name="connsiteX3" fmla="*/ 190801 w 311213"/>
                <a:gd name="connsiteY3" fmla="*/ 197 h 504910"/>
                <a:gd name="connsiteX4" fmla="*/ 309229 w 311213"/>
                <a:gd name="connsiteY4" fmla="*/ 106512 h 504910"/>
                <a:gd name="connsiteX5" fmla="*/ 309964 w 311213"/>
                <a:gd name="connsiteY5" fmla="*/ 504911 h 504910"/>
                <a:gd name="connsiteX6" fmla="*/ 0 w 311213"/>
                <a:gd name="connsiteY6" fmla="*/ 491133 h 504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213" h="504910">
                  <a:moveTo>
                    <a:pt x="39" y="491171"/>
                  </a:moveTo>
                  <a:cubicBezTo>
                    <a:pt x="23492" y="353083"/>
                    <a:pt x="79068" y="239608"/>
                    <a:pt x="92227" y="179581"/>
                  </a:cubicBezTo>
                  <a:cubicBezTo>
                    <a:pt x="100161" y="143433"/>
                    <a:pt x="101709" y="87974"/>
                    <a:pt x="116532" y="58018"/>
                  </a:cubicBezTo>
                  <a:cubicBezTo>
                    <a:pt x="131354" y="28063"/>
                    <a:pt x="156240" y="4648"/>
                    <a:pt x="190801" y="197"/>
                  </a:cubicBezTo>
                  <a:cubicBezTo>
                    <a:pt x="225323" y="-4253"/>
                    <a:pt x="305243" y="67616"/>
                    <a:pt x="309229" y="106512"/>
                  </a:cubicBezTo>
                  <a:cubicBezTo>
                    <a:pt x="313215" y="145407"/>
                    <a:pt x="309964" y="504911"/>
                    <a:pt x="309964" y="504911"/>
                  </a:cubicBezTo>
                  <a:lnTo>
                    <a:pt x="0" y="491133"/>
                  </a:lnTo>
                  <a:close/>
                </a:path>
              </a:pathLst>
            </a:custGeom>
            <a:solidFill>
              <a:srgbClr val="4C4E83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6EFA677D-2A8E-354F-4480-969B2F1832D5}"/>
                </a:ext>
              </a:extLst>
            </p:cNvPr>
            <p:cNvSpPr/>
            <p:nvPr/>
          </p:nvSpPr>
          <p:spPr>
            <a:xfrm>
              <a:off x="4483982" y="3721122"/>
              <a:ext cx="196045" cy="352714"/>
            </a:xfrm>
            <a:custGeom>
              <a:avLst/>
              <a:gdLst>
                <a:gd name="connsiteX0" fmla="*/ 136889 w 196045"/>
                <a:gd name="connsiteY0" fmla="*/ 0 h 352714"/>
                <a:gd name="connsiteX1" fmla="*/ 192117 w 196045"/>
                <a:gd name="connsiteY1" fmla="*/ 144668 h 352714"/>
                <a:gd name="connsiteX2" fmla="*/ 178649 w 196045"/>
                <a:gd name="connsiteY2" fmla="*/ 294677 h 352714"/>
                <a:gd name="connsiteX3" fmla="*/ 149119 w 196045"/>
                <a:gd name="connsiteY3" fmla="*/ 234534 h 352714"/>
                <a:gd name="connsiteX4" fmla="*/ 137431 w 196045"/>
                <a:gd name="connsiteY4" fmla="*/ 187008 h 352714"/>
                <a:gd name="connsiteX5" fmla="*/ 134258 w 196045"/>
                <a:gd name="connsiteY5" fmla="*/ 260310 h 352714"/>
                <a:gd name="connsiteX6" fmla="*/ 183874 w 196045"/>
                <a:gd name="connsiteY6" fmla="*/ 344409 h 352714"/>
                <a:gd name="connsiteX7" fmla="*/ 108095 w 196045"/>
                <a:gd name="connsiteY7" fmla="*/ 320298 h 352714"/>
                <a:gd name="connsiteX8" fmla="*/ 70283 w 196045"/>
                <a:gd name="connsiteY8" fmla="*/ 321575 h 352714"/>
                <a:gd name="connsiteX9" fmla="*/ 0 w 196045"/>
                <a:gd name="connsiteY9" fmla="*/ 188750 h 352714"/>
                <a:gd name="connsiteX10" fmla="*/ 16178 w 196045"/>
                <a:gd name="connsiteY10" fmla="*/ 41876 h 352714"/>
                <a:gd name="connsiteX11" fmla="*/ 136850 w 196045"/>
                <a:gd name="connsiteY11" fmla="*/ 0 h 352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6045" h="352714">
                  <a:moveTo>
                    <a:pt x="136889" y="0"/>
                  </a:moveTo>
                  <a:cubicBezTo>
                    <a:pt x="149313" y="45010"/>
                    <a:pt x="187899" y="111423"/>
                    <a:pt x="192117" y="144668"/>
                  </a:cubicBezTo>
                  <a:cubicBezTo>
                    <a:pt x="196335" y="177913"/>
                    <a:pt x="202334" y="295026"/>
                    <a:pt x="178649" y="294677"/>
                  </a:cubicBezTo>
                  <a:cubicBezTo>
                    <a:pt x="154963" y="294329"/>
                    <a:pt x="155776" y="266735"/>
                    <a:pt x="149119" y="234534"/>
                  </a:cubicBezTo>
                  <a:cubicBezTo>
                    <a:pt x="143662" y="208023"/>
                    <a:pt x="140024" y="184222"/>
                    <a:pt x="137431" y="187008"/>
                  </a:cubicBezTo>
                  <a:cubicBezTo>
                    <a:pt x="131703" y="193123"/>
                    <a:pt x="125317" y="240494"/>
                    <a:pt x="134258" y="260310"/>
                  </a:cubicBezTo>
                  <a:cubicBezTo>
                    <a:pt x="143198" y="280125"/>
                    <a:pt x="201986" y="316350"/>
                    <a:pt x="183874" y="344409"/>
                  </a:cubicBezTo>
                  <a:cubicBezTo>
                    <a:pt x="165761" y="372507"/>
                    <a:pt x="108095" y="320298"/>
                    <a:pt x="108095" y="320298"/>
                  </a:cubicBezTo>
                  <a:cubicBezTo>
                    <a:pt x="108095" y="320298"/>
                    <a:pt x="100432" y="338295"/>
                    <a:pt x="70283" y="321575"/>
                  </a:cubicBezTo>
                  <a:cubicBezTo>
                    <a:pt x="40134" y="304856"/>
                    <a:pt x="-77" y="228497"/>
                    <a:pt x="0" y="188750"/>
                  </a:cubicBezTo>
                  <a:cubicBezTo>
                    <a:pt x="78" y="149003"/>
                    <a:pt x="14668" y="52364"/>
                    <a:pt x="16178" y="41876"/>
                  </a:cubicBezTo>
                  <a:lnTo>
                    <a:pt x="136850" y="0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C4CFAE03-1F6C-835E-3F26-C4C7A8CA2CB6}"/>
                </a:ext>
              </a:extLst>
            </p:cNvPr>
            <p:cNvSpPr/>
            <p:nvPr/>
          </p:nvSpPr>
          <p:spPr>
            <a:xfrm>
              <a:off x="4393247" y="2950599"/>
              <a:ext cx="294075" cy="849911"/>
            </a:xfrm>
            <a:custGeom>
              <a:avLst/>
              <a:gdLst>
                <a:gd name="connsiteX0" fmla="*/ 143757 w 294075"/>
                <a:gd name="connsiteY0" fmla="*/ 7900 h 849911"/>
                <a:gd name="connsiteX1" fmla="*/ 4971 w 294075"/>
                <a:gd name="connsiteY1" fmla="*/ 255283 h 849911"/>
                <a:gd name="connsiteX2" fmla="*/ 36088 w 294075"/>
                <a:gd name="connsiteY2" fmla="*/ 580767 h 849911"/>
                <a:gd name="connsiteX3" fmla="*/ 92245 w 294075"/>
                <a:gd name="connsiteY3" fmla="*/ 808684 h 849911"/>
                <a:gd name="connsiteX4" fmla="*/ 185246 w 294075"/>
                <a:gd name="connsiteY4" fmla="*/ 847850 h 849911"/>
                <a:gd name="connsiteX5" fmla="*/ 245969 w 294075"/>
                <a:gd name="connsiteY5" fmla="*/ 803614 h 849911"/>
                <a:gd name="connsiteX6" fmla="*/ 261140 w 294075"/>
                <a:gd name="connsiteY6" fmla="*/ 590133 h 849911"/>
                <a:gd name="connsiteX7" fmla="*/ 294076 w 294075"/>
                <a:gd name="connsiteY7" fmla="*/ 378201 h 849911"/>
                <a:gd name="connsiteX8" fmla="*/ 143757 w 294075"/>
                <a:gd name="connsiteY8" fmla="*/ 7900 h 849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4075" h="849911">
                  <a:moveTo>
                    <a:pt x="143757" y="7900"/>
                  </a:moveTo>
                  <a:cubicBezTo>
                    <a:pt x="56832" y="79769"/>
                    <a:pt x="26296" y="121606"/>
                    <a:pt x="4971" y="255283"/>
                  </a:cubicBezTo>
                  <a:cubicBezTo>
                    <a:pt x="-16392" y="388960"/>
                    <a:pt x="38139" y="500809"/>
                    <a:pt x="36088" y="580767"/>
                  </a:cubicBezTo>
                  <a:cubicBezTo>
                    <a:pt x="34037" y="660687"/>
                    <a:pt x="92245" y="808684"/>
                    <a:pt x="92245" y="808684"/>
                  </a:cubicBezTo>
                  <a:cubicBezTo>
                    <a:pt x="92245" y="808684"/>
                    <a:pt x="142673" y="860776"/>
                    <a:pt x="185246" y="847850"/>
                  </a:cubicBezTo>
                  <a:cubicBezTo>
                    <a:pt x="227818" y="834923"/>
                    <a:pt x="242679" y="813173"/>
                    <a:pt x="245969" y="803614"/>
                  </a:cubicBezTo>
                  <a:cubicBezTo>
                    <a:pt x="249220" y="794054"/>
                    <a:pt x="264662" y="647064"/>
                    <a:pt x="261140" y="590133"/>
                  </a:cubicBezTo>
                  <a:cubicBezTo>
                    <a:pt x="257580" y="533202"/>
                    <a:pt x="294076" y="378201"/>
                    <a:pt x="294076" y="378201"/>
                  </a:cubicBezTo>
                  <a:cubicBezTo>
                    <a:pt x="294076" y="378201"/>
                    <a:pt x="230682" y="-63970"/>
                    <a:pt x="143757" y="7900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21328213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0AE51B56-B9B6-AFA4-CCC2-25B8833BD3D3}"/>
                </a:ext>
              </a:extLst>
            </p:cNvPr>
            <p:cNvSpPr/>
            <p:nvPr/>
          </p:nvSpPr>
          <p:spPr>
            <a:xfrm>
              <a:off x="4465864" y="2806645"/>
              <a:ext cx="1331433" cy="585110"/>
            </a:xfrm>
            <a:custGeom>
              <a:avLst/>
              <a:gdLst>
                <a:gd name="connsiteX0" fmla="*/ 37585 w 1331433"/>
                <a:gd name="connsiteY0" fmla="*/ 195780 h 585110"/>
                <a:gd name="connsiteX1" fmla="*/ 445505 w 1331433"/>
                <a:gd name="connsiteY1" fmla="*/ 5018 h 585110"/>
                <a:gd name="connsiteX2" fmla="*/ 890888 w 1331433"/>
                <a:gd name="connsiteY2" fmla="*/ 6218 h 585110"/>
                <a:gd name="connsiteX3" fmla="*/ 1307476 w 1331433"/>
                <a:gd name="connsiteY3" fmla="*/ 172714 h 585110"/>
                <a:gd name="connsiteX4" fmla="*/ 1261034 w 1331433"/>
                <a:gd name="connsiteY4" fmla="*/ 452065 h 585110"/>
                <a:gd name="connsiteX5" fmla="*/ 930557 w 1331433"/>
                <a:gd name="connsiteY5" fmla="*/ 568132 h 585110"/>
                <a:gd name="connsiteX6" fmla="*/ 379247 w 1331433"/>
                <a:gd name="connsiteY6" fmla="*/ 573280 h 585110"/>
                <a:gd name="connsiteX7" fmla="*/ 33135 w 1331433"/>
                <a:gd name="connsiteY7" fmla="*/ 442196 h 585110"/>
                <a:gd name="connsiteX8" fmla="*/ 37624 w 1331433"/>
                <a:gd name="connsiteY8" fmla="*/ 195819 h 585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1433" h="585110">
                  <a:moveTo>
                    <a:pt x="37585" y="195780"/>
                  </a:moveTo>
                  <a:cubicBezTo>
                    <a:pt x="61348" y="129213"/>
                    <a:pt x="266972" y="11829"/>
                    <a:pt x="445505" y="5018"/>
                  </a:cubicBezTo>
                  <a:cubicBezTo>
                    <a:pt x="615213" y="-1484"/>
                    <a:pt x="692811" y="-2258"/>
                    <a:pt x="890888" y="6218"/>
                  </a:cubicBezTo>
                  <a:cubicBezTo>
                    <a:pt x="1083740" y="14500"/>
                    <a:pt x="1271174" y="138308"/>
                    <a:pt x="1307476" y="172714"/>
                  </a:cubicBezTo>
                  <a:cubicBezTo>
                    <a:pt x="1343818" y="207120"/>
                    <a:pt x="1346449" y="377331"/>
                    <a:pt x="1261034" y="452065"/>
                  </a:cubicBezTo>
                  <a:cubicBezTo>
                    <a:pt x="1175619" y="526799"/>
                    <a:pt x="1064582" y="550136"/>
                    <a:pt x="930557" y="568132"/>
                  </a:cubicBezTo>
                  <a:cubicBezTo>
                    <a:pt x="796532" y="586129"/>
                    <a:pt x="497907" y="592786"/>
                    <a:pt x="379247" y="573280"/>
                  </a:cubicBezTo>
                  <a:cubicBezTo>
                    <a:pt x="260548" y="553774"/>
                    <a:pt x="97496" y="498469"/>
                    <a:pt x="33135" y="442196"/>
                  </a:cubicBezTo>
                  <a:cubicBezTo>
                    <a:pt x="-31227" y="385923"/>
                    <a:pt x="13861" y="262386"/>
                    <a:pt x="37624" y="195819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21328206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179E9698-1DDF-EA28-DDAA-A84F66748EBB}"/>
                </a:ext>
              </a:extLst>
            </p:cNvPr>
            <p:cNvSpPr/>
            <p:nvPr/>
          </p:nvSpPr>
          <p:spPr>
            <a:xfrm>
              <a:off x="5702238" y="2882759"/>
              <a:ext cx="147314" cy="479358"/>
            </a:xfrm>
            <a:custGeom>
              <a:avLst/>
              <a:gdLst>
                <a:gd name="connsiteX0" fmla="*/ 130974 w 147314"/>
                <a:gd name="connsiteY0" fmla="*/ 39 h 479358"/>
                <a:gd name="connsiteX1" fmla="*/ 142507 w 147314"/>
                <a:gd name="connsiteY1" fmla="*/ 259342 h 479358"/>
                <a:gd name="connsiteX2" fmla="*/ 142275 w 147314"/>
                <a:gd name="connsiteY2" fmla="*/ 399521 h 479358"/>
                <a:gd name="connsiteX3" fmla="*/ 73424 w 147314"/>
                <a:gd name="connsiteY3" fmla="*/ 479015 h 479358"/>
                <a:gd name="connsiteX4" fmla="*/ 37663 w 147314"/>
                <a:gd name="connsiteY4" fmla="*/ 460786 h 479358"/>
                <a:gd name="connsiteX5" fmla="*/ 19202 w 147314"/>
                <a:gd name="connsiteY5" fmla="*/ 426110 h 479358"/>
                <a:gd name="connsiteX6" fmla="*/ 161 w 147314"/>
                <a:gd name="connsiteY6" fmla="*/ 380286 h 479358"/>
                <a:gd name="connsiteX7" fmla="*/ 52796 w 147314"/>
                <a:gd name="connsiteY7" fmla="*/ 294019 h 479358"/>
                <a:gd name="connsiteX8" fmla="*/ 131012 w 147314"/>
                <a:gd name="connsiteY8" fmla="*/ 0 h 479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7314" h="479358">
                  <a:moveTo>
                    <a:pt x="130974" y="39"/>
                  </a:moveTo>
                  <a:cubicBezTo>
                    <a:pt x="153460" y="87041"/>
                    <a:pt x="147887" y="226136"/>
                    <a:pt x="142507" y="259342"/>
                  </a:cubicBezTo>
                  <a:cubicBezTo>
                    <a:pt x="137127" y="292549"/>
                    <a:pt x="144752" y="365115"/>
                    <a:pt x="142275" y="399521"/>
                  </a:cubicBezTo>
                  <a:cubicBezTo>
                    <a:pt x="139837" y="433927"/>
                    <a:pt x="97148" y="476654"/>
                    <a:pt x="73424" y="479015"/>
                  </a:cubicBezTo>
                  <a:cubicBezTo>
                    <a:pt x="49699" y="481376"/>
                    <a:pt x="39715" y="471159"/>
                    <a:pt x="37663" y="460786"/>
                  </a:cubicBezTo>
                  <a:cubicBezTo>
                    <a:pt x="35573" y="450414"/>
                    <a:pt x="28685" y="437991"/>
                    <a:pt x="19202" y="426110"/>
                  </a:cubicBezTo>
                  <a:cubicBezTo>
                    <a:pt x="9720" y="414267"/>
                    <a:pt x="3489" y="404320"/>
                    <a:pt x="161" y="380286"/>
                  </a:cubicBezTo>
                  <a:cubicBezTo>
                    <a:pt x="-3168" y="356291"/>
                    <a:pt x="46100" y="325755"/>
                    <a:pt x="52796" y="294019"/>
                  </a:cubicBezTo>
                  <a:cubicBezTo>
                    <a:pt x="59491" y="262245"/>
                    <a:pt x="131012" y="0"/>
                    <a:pt x="131012" y="0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10D26F9E-8387-78DA-2E2B-7F942C548CC9}"/>
                </a:ext>
              </a:extLst>
            </p:cNvPr>
            <p:cNvSpPr/>
            <p:nvPr/>
          </p:nvSpPr>
          <p:spPr>
            <a:xfrm>
              <a:off x="5561679" y="2774569"/>
              <a:ext cx="275004" cy="515644"/>
            </a:xfrm>
            <a:custGeom>
              <a:avLst/>
              <a:gdLst>
                <a:gd name="connsiteX0" fmla="*/ 123228 w 275004"/>
                <a:gd name="connsiteY0" fmla="*/ 515645 h 515644"/>
                <a:gd name="connsiteX1" fmla="*/ 274552 w 275004"/>
                <a:gd name="connsiteY1" fmla="*/ 145924 h 515644"/>
                <a:gd name="connsiteX2" fmla="*/ 152564 w 275004"/>
                <a:gd name="connsiteY2" fmla="*/ 869 h 515644"/>
                <a:gd name="connsiteX3" fmla="*/ 0 w 275004"/>
                <a:gd name="connsiteY3" fmla="*/ 114111 h 515644"/>
                <a:gd name="connsiteX4" fmla="*/ 123228 w 275004"/>
                <a:gd name="connsiteY4" fmla="*/ 515645 h 515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004" h="515644">
                  <a:moveTo>
                    <a:pt x="123228" y="515645"/>
                  </a:moveTo>
                  <a:cubicBezTo>
                    <a:pt x="263561" y="438744"/>
                    <a:pt x="278113" y="240202"/>
                    <a:pt x="274552" y="145924"/>
                  </a:cubicBezTo>
                  <a:cubicBezTo>
                    <a:pt x="270992" y="51646"/>
                    <a:pt x="246842" y="13292"/>
                    <a:pt x="152564" y="869"/>
                  </a:cubicBezTo>
                  <a:cubicBezTo>
                    <a:pt x="58285" y="-11593"/>
                    <a:pt x="0" y="114111"/>
                    <a:pt x="0" y="114111"/>
                  </a:cubicBezTo>
                  <a:lnTo>
                    <a:pt x="123228" y="515645"/>
                  </a:ln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21328213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2103AB68-3AF2-2DE8-752A-1C21289171BF}"/>
                </a:ext>
              </a:extLst>
            </p:cNvPr>
            <p:cNvSpPr/>
            <p:nvPr/>
          </p:nvSpPr>
          <p:spPr>
            <a:xfrm>
              <a:off x="4612717" y="2982509"/>
              <a:ext cx="1054779" cy="317048"/>
            </a:xfrm>
            <a:custGeom>
              <a:avLst/>
              <a:gdLst>
                <a:gd name="connsiteX0" fmla="*/ 568 w 1054779"/>
                <a:gd name="connsiteY0" fmla="*/ 172287 h 317048"/>
                <a:gd name="connsiteX1" fmla="*/ 502805 w 1054779"/>
                <a:gd name="connsiteY1" fmla="*/ 3352 h 317048"/>
                <a:gd name="connsiteX2" fmla="*/ 1054192 w 1054779"/>
                <a:gd name="connsiteY2" fmla="*/ 128089 h 317048"/>
                <a:gd name="connsiteX3" fmla="*/ 526800 w 1054779"/>
                <a:gd name="connsiteY3" fmla="*/ 317032 h 317048"/>
                <a:gd name="connsiteX4" fmla="*/ 568 w 1054779"/>
                <a:gd name="connsiteY4" fmla="*/ 172325 h 317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4779" h="317048">
                  <a:moveTo>
                    <a:pt x="568" y="172287"/>
                  </a:moveTo>
                  <a:cubicBezTo>
                    <a:pt x="-13132" y="22858"/>
                    <a:pt x="222757" y="3352"/>
                    <a:pt x="502805" y="3352"/>
                  </a:cubicBezTo>
                  <a:cubicBezTo>
                    <a:pt x="782853" y="3352"/>
                    <a:pt x="1036506" y="-32176"/>
                    <a:pt x="1054192" y="128089"/>
                  </a:cubicBezTo>
                  <a:cubicBezTo>
                    <a:pt x="1071918" y="288354"/>
                    <a:pt x="683466" y="317032"/>
                    <a:pt x="526800" y="317032"/>
                  </a:cubicBezTo>
                  <a:cubicBezTo>
                    <a:pt x="370134" y="317032"/>
                    <a:pt x="14269" y="321754"/>
                    <a:pt x="568" y="172325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3DB30174-4926-6048-2285-5B5A9898C085}"/>
                </a:ext>
              </a:extLst>
            </p:cNvPr>
            <p:cNvSpPr/>
            <p:nvPr/>
          </p:nvSpPr>
          <p:spPr>
            <a:xfrm>
              <a:off x="4861416" y="2859770"/>
              <a:ext cx="552353" cy="660644"/>
            </a:xfrm>
            <a:custGeom>
              <a:avLst/>
              <a:gdLst>
                <a:gd name="connsiteX0" fmla="*/ 371025 w 552353"/>
                <a:gd name="connsiteY0" fmla="*/ 543764 h 660644"/>
                <a:gd name="connsiteX1" fmla="*/ 201278 w 552353"/>
                <a:gd name="connsiteY1" fmla="*/ 660644 h 660644"/>
                <a:gd name="connsiteX2" fmla="*/ 1304 w 552353"/>
                <a:gd name="connsiteY2" fmla="*/ 335740 h 660644"/>
                <a:gd name="connsiteX3" fmla="*/ 296871 w 552353"/>
                <a:gd name="connsiteY3" fmla="*/ 0 h 660644"/>
                <a:gd name="connsiteX4" fmla="*/ 551260 w 552353"/>
                <a:gd name="connsiteY4" fmla="*/ 315577 h 660644"/>
                <a:gd name="connsiteX5" fmla="*/ 469908 w 552353"/>
                <a:gd name="connsiteY5" fmla="*/ 534978 h 660644"/>
                <a:gd name="connsiteX6" fmla="*/ 371025 w 552353"/>
                <a:gd name="connsiteY6" fmla="*/ 543725 h 66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2353" h="660644">
                  <a:moveTo>
                    <a:pt x="371025" y="543764"/>
                  </a:moveTo>
                  <a:cubicBezTo>
                    <a:pt x="371025" y="543764"/>
                    <a:pt x="331161" y="660141"/>
                    <a:pt x="201278" y="660644"/>
                  </a:cubicBezTo>
                  <a:cubicBezTo>
                    <a:pt x="71393" y="661147"/>
                    <a:pt x="11599" y="510828"/>
                    <a:pt x="1304" y="335740"/>
                  </a:cubicBezTo>
                  <a:cubicBezTo>
                    <a:pt x="-8990" y="160652"/>
                    <a:pt x="37336" y="0"/>
                    <a:pt x="296871" y="0"/>
                  </a:cubicBezTo>
                  <a:cubicBezTo>
                    <a:pt x="556407" y="0"/>
                    <a:pt x="556059" y="237785"/>
                    <a:pt x="551260" y="315577"/>
                  </a:cubicBezTo>
                  <a:cubicBezTo>
                    <a:pt x="546461" y="393406"/>
                    <a:pt x="528929" y="509396"/>
                    <a:pt x="469908" y="534978"/>
                  </a:cubicBezTo>
                  <a:cubicBezTo>
                    <a:pt x="410888" y="560560"/>
                    <a:pt x="371025" y="543725"/>
                    <a:pt x="371025" y="543725"/>
                  </a:cubicBez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CC5C0F0C-83DD-6802-99CD-A045D95A5392}"/>
                </a:ext>
              </a:extLst>
            </p:cNvPr>
            <p:cNvSpPr/>
            <p:nvPr/>
          </p:nvSpPr>
          <p:spPr>
            <a:xfrm>
              <a:off x="4932655" y="3008494"/>
              <a:ext cx="193413" cy="390481"/>
            </a:xfrm>
            <a:custGeom>
              <a:avLst/>
              <a:gdLst>
                <a:gd name="connsiteX0" fmla="*/ 39437 w 193413"/>
                <a:gd name="connsiteY0" fmla="*/ 21100 h 390481"/>
                <a:gd name="connsiteX1" fmla="*/ 91065 w 193413"/>
                <a:gd name="connsiteY1" fmla="*/ 385325 h 390481"/>
                <a:gd name="connsiteX2" fmla="*/ 188362 w 193413"/>
                <a:gd name="connsiteY2" fmla="*/ 147849 h 390481"/>
                <a:gd name="connsiteX3" fmla="*/ 39437 w 193413"/>
                <a:gd name="connsiteY3" fmla="*/ 21100 h 39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413" h="390481">
                  <a:moveTo>
                    <a:pt x="39437" y="21100"/>
                  </a:moveTo>
                  <a:cubicBezTo>
                    <a:pt x="-32394" y="67310"/>
                    <a:pt x="-736" y="353396"/>
                    <a:pt x="91065" y="385325"/>
                  </a:cubicBezTo>
                  <a:cubicBezTo>
                    <a:pt x="182828" y="417254"/>
                    <a:pt x="204927" y="296388"/>
                    <a:pt x="188362" y="147849"/>
                  </a:cubicBezTo>
                  <a:cubicBezTo>
                    <a:pt x="171798" y="-689"/>
                    <a:pt x="111268" y="-25149"/>
                    <a:pt x="39437" y="21100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57C39F36-5502-52AB-6949-763C5EFFD380}"/>
                </a:ext>
              </a:extLst>
            </p:cNvPr>
            <p:cNvSpPr/>
            <p:nvPr/>
          </p:nvSpPr>
          <p:spPr>
            <a:xfrm>
              <a:off x="5023184" y="2662477"/>
              <a:ext cx="180655" cy="125508"/>
            </a:xfrm>
            <a:custGeom>
              <a:avLst/>
              <a:gdLst>
                <a:gd name="connsiteX0" fmla="*/ 227 w 180655"/>
                <a:gd name="connsiteY0" fmla="*/ 70041 h 125508"/>
                <a:gd name="connsiteX1" fmla="*/ 70471 w 180655"/>
                <a:gd name="connsiteY1" fmla="*/ 29 h 125508"/>
                <a:gd name="connsiteX2" fmla="*/ 180308 w 180655"/>
                <a:gd name="connsiteY2" fmla="*/ 120277 h 125508"/>
                <a:gd name="connsiteX3" fmla="*/ 55803 w 180655"/>
                <a:gd name="connsiteY3" fmla="*/ 120277 h 125508"/>
                <a:gd name="connsiteX4" fmla="*/ 227 w 180655"/>
                <a:gd name="connsiteY4" fmla="*/ 70041 h 125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655" h="125508">
                  <a:moveTo>
                    <a:pt x="227" y="70041"/>
                  </a:moveTo>
                  <a:cubicBezTo>
                    <a:pt x="-4224" y="55799"/>
                    <a:pt x="58048" y="-1480"/>
                    <a:pt x="70471" y="29"/>
                  </a:cubicBezTo>
                  <a:cubicBezTo>
                    <a:pt x="82933" y="1539"/>
                    <a:pt x="187429" y="114510"/>
                    <a:pt x="180308" y="120277"/>
                  </a:cubicBezTo>
                  <a:cubicBezTo>
                    <a:pt x="173187" y="126043"/>
                    <a:pt x="70665" y="128365"/>
                    <a:pt x="55803" y="120277"/>
                  </a:cubicBezTo>
                  <a:cubicBezTo>
                    <a:pt x="40903" y="112188"/>
                    <a:pt x="4678" y="84245"/>
                    <a:pt x="227" y="70041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E06D755C-673B-6867-C7FB-45DC2C166E99}"/>
              </a:ext>
            </a:extLst>
          </p:cNvPr>
          <p:cNvGrpSpPr/>
          <p:nvPr/>
        </p:nvGrpSpPr>
        <p:grpSpPr>
          <a:xfrm>
            <a:off x="6396249" y="2708803"/>
            <a:ext cx="1261397" cy="1497797"/>
            <a:chOff x="6396249" y="2708803"/>
            <a:chExt cx="1261397" cy="1497797"/>
          </a:xfrm>
        </p:grpSpPr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FE7B2299-91F1-822D-D29A-D97E876F50C8}"/>
                </a:ext>
              </a:extLst>
            </p:cNvPr>
            <p:cNvSpPr/>
            <p:nvPr/>
          </p:nvSpPr>
          <p:spPr>
            <a:xfrm>
              <a:off x="6396249" y="2835082"/>
              <a:ext cx="1254279" cy="542033"/>
            </a:xfrm>
            <a:custGeom>
              <a:avLst/>
              <a:gdLst>
                <a:gd name="connsiteX0" fmla="*/ 1252553 w 1254279"/>
                <a:gd name="connsiteY0" fmla="*/ 258796 h 542033"/>
                <a:gd name="connsiteX1" fmla="*/ 1051960 w 1254279"/>
                <a:gd name="connsiteY1" fmla="*/ 44852 h 542033"/>
                <a:gd name="connsiteX2" fmla="*/ 622445 w 1254279"/>
                <a:gd name="connsiteY2" fmla="*/ 1583 h 542033"/>
                <a:gd name="connsiteX3" fmla="*/ 227297 w 1254279"/>
                <a:gd name="connsiteY3" fmla="*/ 30648 h 542033"/>
                <a:gd name="connsiteX4" fmla="*/ 0 w 1254279"/>
                <a:gd name="connsiteY4" fmla="*/ 233292 h 542033"/>
                <a:gd name="connsiteX5" fmla="*/ 166109 w 1254279"/>
                <a:gd name="connsiteY5" fmla="*/ 381753 h 542033"/>
                <a:gd name="connsiteX6" fmla="*/ 411635 w 1254279"/>
                <a:gd name="connsiteY6" fmla="*/ 541476 h 542033"/>
                <a:gd name="connsiteX7" fmla="*/ 634559 w 1254279"/>
                <a:gd name="connsiteY7" fmla="*/ 493486 h 542033"/>
                <a:gd name="connsiteX8" fmla="*/ 884651 w 1254279"/>
                <a:gd name="connsiteY8" fmla="*/ 538148 h 542033"/>
                <a:gd name="connsiteX9" fmla="*/ 1069647 w 1254279"/>
                <a:gd name="connsiteY9" fmla="*/ 384578 h 542033"/>
                <a:gd name="connsiteX10" fmla="*/ 1252514 w 1254279"/>
                <a:gd name="connsiteY10" fmla="*/ 258758 h 54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54279" h="542033">
                  <a:moveTo>
                    <a:pt x="1252553" y="258796"/>
                  </a:moveTo>
                  <a:cubicBezTo>
                    <a:pt x="1271246" y="138588"/>
                    <a:pt x="1133815" y="69466"/>
                    <a:pt x="1051960" y="44852"/>
                  </a:cubicBezTo>
                  <a:cubicBezTo>
                    <a:pt x="970105" y="20237"/>
                    <a:pt x="819903" y="7156"/>
                    <a:pt x="622445" y="1583"/>
                  </a:cubicBezTo>
                  <a:cubicBezTo>
                    <a:pt x="424987" y="-3990"/>
                    <a:pt x="314454" y="5027"/>
                    <a:pt x="227297" y="30648"/>
                  </a:cubicBezTo>
                  <a:cubicBezTo>
                    <a:pt x="140140" y="56230"/>
                    <a:pt x="0" y="120746"/>
                    <a:pt x="0" y="233292"/>
                  </a:cubicBezTo>
                  <a:cubicBezTo>
                    <a:pt x="0" y="345837"/>
                    <a:pt x="82436" y="346186"/>
                    <a:pt x="166109" y="381753"/>
                  </a:cubicBezTo>
                  <a:cubicBezTo>
                    <a:pt x="249783" y="417320"/>
                    <a:pt x="294716" y="538574"/>
                    <a:pt x="411635" y="541476"/>
                  </a:cubicBezTo>
                  <a:cubicBezTo>
                    <a:pt x="528554" y="544379"/>
                    <a:pt x="571358" y="498594"/>
                    <a:pt x="634559" y="493486"/>
                  </a:cubicBezTo>
                  <a:cubicBezTo>
                    <a:pt x="697759" y="488338"/>
                    <a:pt x="791689" y="559086"/>
                    <a:pt x="884651" y="538148"/>
                  </a:cubicBezTo>
                  <a:cubicBezTo>
                    <a:pt x="977614" y="517210"/>
                    <a:pt x="1038801" y="412173"/>
                    <a:pt x="1069647" y="384578"/>
                  </a:cubicBezTo>
                  <a:cubicBezTo>
                    <a:pt x="1100493" y="356984"/>
                    <a:pt x="1233821" y="378966"/>
                    <a:pt x="1252514" y="258758"/>
                  </a:cubicBezTo>
                  <a:close/>
                </a:path>
              </a:pathLst>
            </a:custGeom>
            <a:gradFill>
              <a:gsLst>
                <a:gs pos="0">
                  <a:srgbClr val="FB8381"/>
                </a:gs>
                <a:gs pos="50000">
                  <a:srgbClr val="FA6D6C"/>
                </a:gs>
                <a:gs pos="100000">
                  <a:srgbClr val="FA5858"/>
                </a:gs>
              </a:gsLst>
              <a:lin ang="1265661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C5DBDFE7-426E-7B4D-87BD-AB3130EE674A}"/>
                </a:ext>
              </a:extLst>
            </p:cNvPr>
            <p:cNvSpPr/>
            <p:nvPr/>
          </p:nvSpPr>
          <p:spPr>
            <a:xfrm>
              <a:off x="6931459" y="3713614"/>
              <a:ext cx="373745" cy="409696"/>
            </a:xfrm>
            <a:custGeom>
              <a:avLst/>
              <a:gdLst>
                <a:gd name="connsiteX0" fmla="*/ 272927 w 373745"/>
                <a:gd name="connsiteY0" fmla="*/ 0 h 409696"/>
                <a:gd name="connsiteX1" fmla="*/ 213055 w 373745"/>
                <a:gd name="connsiteY1" fmla="*/ 64632 h 409696"/>
                <a:gd name="connsiteX2" fmla="*/ 160730 w 373745"/>
                <a:gd name="connsiteY2" fmla="*/ 86576 h 409696"/>
                <a:gd name="connsiteX3" fmla="*/ 61420 w 373745"/>
                <a:gd name="connsiteY3" fmla="*/ 217699 h 409696"/>
                <a:gd name="connsiteX4" fmla="*/ 4296 w 373745"/>
                <a:gd name="connsiteY4" fmla="*/ 256749 h 409696"/>
                <a:gd name="connsiteX5" fmla="*/ 67884 w 373745"/>
                <a:gd name="connsiteY5" fmla="*/ 272385 h 409696"/>
                <a:gd name="connsiteX6" fmla="*/ 0 w 373745"/>
                <a:gd name="connsiteY6" fmla="*/ 324942 h 409696"/>
                <a:gd name="connsiteX7" fmla="*/ 53061 w 373745"/>
                <a:gd name="connsiteY7" fmla="*/ 324942 h 409696"/>
                <a:gd name="connsiteX8" fmla="*/ 1162 w 373745"/>
                <a:gd name="connsiteY8" fmla="*/ 401146 h 409696"/>
                <a:gd name="connsiteX9" fmla="*/ 81197 w 373745"/>
                <a:gd name="connsiteY9" fmla="*/ 370611 h 409696"/>
                <a:gd name="connsiteX10" fmla="*/ 151403 w 373745"/>
                <a:gd name="connsiteY10" fmla="*/ 372082 h 409696"/>
                <a:gd name="connsiteX11" fmla="*/ 197651 w 373745"/>
                <a:gd name="connsiteY11" fmla="*/ 357297 h 409696"/>
                <a:gd name="connsiteX12" fmla="*/ 245758 w 373745"/>
                <a:gd name="connsiteY12" fmla="*/ 329122 h 409696"/>
                <a:gd name="connsiteX13" fmla="*/ 299399 w 373745"/>
                <a:gd name="connsiteY13" fmla="*/ 241075 h 409696"/>
                <a:gd name="connsiteX14" fmla="*/ 304973 w 373745"/>
                <a:gd name="connsiteY14" fmla="*/ 162123 h 409696"/>
                <a:gd name="connsiteX15" fmla="*/ 373746 w 373745"/>
                <a:gd name="connsiteY15" fmla="*/ 61227 h 409696"/>
                <a:gd name="connsiteX16" fmla="*/ 272966 w 373745"/>
                <a:gd name="connsiteY16" fmla="*/ 0 h 409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3745" h="409696">
                  <a:moveTo>
                    <a:pt x="272927" y="0"/>
                  </a:moveTo>
                  <a:lnTo>
                    <a:pt x="213055" y="64632"/>
                  </a:lnTo>
                  <a:cubicBezTo>
                    <a:pt x="213055" y="64632"/>
                    <a:pt x="178958" y="66568"/>
                    <a:pt x="160730" y="86576"/>
                  </a:cubicBezTo>
                  <a:cubicBezTo>
                    <a:pt x="142501" y="106586"/>
                    <a:pt x="61420" y="217699"/>
                    <a:pt x="61420" y="217699"/>
                  </a:cubicBezTo>
                  <a:cubicBezTo>
                    <a:pt x="61420" y="217699"/>
                    <a:pt x="4296" y="230664"/>
                    <a:pt x="4296" y="256749"/>
                  </a:cubicBezTo>
                  <a:cubicBezTo>
                    <a:pt x="4296" y="282835"/>
                    <a:pt x="67884" y="272385"/>
                    <a:pt x="67884" y="272385"/>
                  </a:cubicBezTo>
                  <a:cubicBezTo>
                    <a:pt x="67884" y="272385"/>
                    <a:pt x="155" y="296187"/>
                    <a:pt x="0" y="324942"/>
                  </a:cubicBezTo>
                  <a:cubicBezTo>
                    <a:pt x="-155" y="353698"/>
                    <a:pt x="53061" y="324942"/>
                    <a:pt x="53061" y="324942"/>
                  </a:cubicBezTo>
                  <a:cubicBezTo>
                    <a:pt x="53061" y="324942"/>
                    <a:pt x="-8321" y="370611"/>
                    <a:pt x="1162" y="401146"/>
                  </a:cubicBezTo>
                  <a:cubicBezTo>
                    <a:pt x="10643" y="431682"/>
                    <a:pt x="81197" y="370611"/>
                    <a:pt x="81197" y="370611"/>
                  </a:cubicBezTo>
                  <a:cubicBezTo>
                    <a:pt x="81197" y="370611"/>
                    <a:pt x="123382" y="401418"/>
                    <a:pt x="151403" y="372082"/>
                  </a:cubicBezTo>
                  <a:cubicBezTo>
                    <a:pt x="179423" y="342745"/>
                    <a:pt x="197651" y="357297"/>
                    <a:pt x="197651" y="357297"/>
                  </a:cubicBezTo>
                  <a:cubicBezTo>
                    <a:pt x="197651" y="357297"/>
                    <a:pt x="229736" y="341584"/>
                    <a:pt x="245758" y="329122"/>
                  </a:cubicBezTo>
                  <a:cubicBezTo>
                    <a:pt x="261781" y="316660"/>
                    <a:pt x="299128" y="247577"/>
                    <a:pt x="299399" y="241075"/>
                  </a:cubicBezTo>
                  <a:cubicBezTo>
                    <a:pt x="299825" y="230393"/>
                    <a:pt x="297851" y="186583"/>
                    <a:pt x="304973" y="162123"/>
                  </a:cubicBezTo>
                  <a:cubicBezTo>
                    <a:pt x="312094" y="137663"/>
                    <a:pt x="373746" y="61227"/>
                    <a:pt x="373746" y="61227"/>
                  </a:cubicBezTo>
                  <a:lnTo>
                    <a:pt x="272966" y="0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F075A90E-6163-9F8A-BFF2-A7BB3C7958A0}"/>
                </a:ext>
              </a:extLst>
            </p:cNvPr>
            <p:cNvSpPr/>
            <p:nvPr/>
          </p:nvSpPr>
          <p:spPr>
            <a:xfrm>
              <a:off x="6952978" y="3854412"/>
              <a:ext cx="176094" cy="352188"/>
            </a:xfrm>
            <a:custGeom>
              <a:avLst/>
              <a:gdLst>
                <a:gd name="connsiteX0" fmla="*/ 166651 w 176094"/>
                <a:gd name="connsiteY0" fmla="*/ 0 h 352188"/>
                <a:gd name="connsiteX1" fmla="*/ 176094 w 176094"/>
                <a:gd name="connsiteY1" fmla="*/ 9443 h 352188"/>
                <a:gd name="connsiteX2" fmla="*/ 176094 w 176094"/>
                <a:gd name="connsiteY2" fmla="*/ 342745 h 352188"/>
                <a:gd name="connsiteX3" fmla="*/ 166651 w 176094"/>
                <a:gd name="connsiteY3" fmla="*/ 352188 h 352188"/>
                <a:gd name="connsiteX4" fmla="*/ 9443 w 176094"/>
                <a:gd name="connsiteY4" fmla="*/ 352188 h 352188"/>
                <a:gd name="connsiteX5" fmla="*/ 0 w 176094"/>
                <a:gd name="connsiteY5" fmla="*/ 342745 h 352188"/>
                <a:gd name="connsiteX6" fmla="*/ 0 w 176094"/>
                <a:gd name="connsiteY6" fmla="*/ 9443 h 352188"/>
                <a:gd name="connsiteX7" fmla="*/ 9443 w 176094"/>
                <a:gd name="connsiteY7" fmla="*/ 0 h 35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094" h="352188">
                  <a:moveTo>
                    <a:pt x="166651" y="0"/>
                  </a:moveTo>
                  <a:cubicBezTo>
                    <a:pt x="171866" y="0"/>
                    <a:pt x="176094" y="4228"/>
                    <a:pt x="176094" y="9443"/>
                  </a:cubicBezTo>
                  <a:lnTo>
                    <a:pt x="176094" y="342745"/>
                  </a:lnTo>
                  <a:cubicBezTo>
                    <a:pt x="176094" y="347960"/>
                    <a:pt x="171866" y="352188"/>
                    <a:pt x="166651" y="352188"/>
                  </a:cubicBezTo>
                  <a:lnTo>
                    <a:pt x="9443" y="352188"/>
                  </a:lnTo>
                  <a:cubicBezTo>
                    <a:pt x="4228" y="352188"/>
                    <a:pt x="0" y="347960"/>
                    <a:pt x="0" y="342745"/>
                  </a:cubicBezTo>
                  <a:lnTo>
                    <a:pt x="0" y="9443"/>
                  </a:lnTo>
                  <a:cubicBezTo>
                    <a:pt x="0" y="4228"/>
                    <a:pt x="4228" y="0"/>
                    <a:pt x="9443" y="0"/>
                  </a:cubicBez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1B9A33E1-55FF-A3A5-A558-C3F28CDE6E06}"/>
                </a:ext>
              </a:extLst>
            </p:cNvPr>
            <p:cNvSpPr/>
            <p:nvPr/>
          </p:nvSpPr>
          <p:spPr>
            <a:xfrm>
              <a:off x="7137453" y="3025985"/>
              <a:ext cx="520193" cy="826224"/>
            </a:xfrm>
            <a:custGeom>
              <a:avLst/>
              <a:gdLst>
                <a:gd name="connsiteX0" fmla="*/ 250 w 520193"/>
                <a:gd name="connsiteY0" fmla="*/ 740689 h 826224"/>
                <a:gd name="connsiteX1" fmla="*/ 211408 w 520193"/>
                <a:gd name="connsiteY1" fmla="*/ 459829 h 826224"/>
                <a:gd name="connsiteX2" fmla="*/ 234901 w 520193"/>
                <a:gd name="connsiteY2" fmla="*/ 281528 h 826224"/>
                <a:gd name="connsiteX3" fmla="*/ 512278 w 520193"/>
                <a:gd name="connsiteY3" fmla="*/ 31900 h 826224"/>
                <a:gd name="connsiteX4" fmla="*/ 426012 w 520193"/>
                <a:gd name="connsiteY4" fmla="*/ 544199 h 826224"/>
                <a:gd name="connsiteX5" fmla="*/ 130405 w 520193"/>
                <a:gd name="connsiteY5" fmla="*/ 823705 h 826224"/>
                <a:gd name="connsiteX6" fmla="*/ 250 w 520193"/>
                <a:gd name="connsiteY6" fmla="*/ 740689 h 82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0193" h="826224">
                  <a:moveTo>
                    <a:pt x="250" y="740689"/>
                  </a:moveTo>
                  <a:cubicBezTo>
                    <a:pt x="6520" y="718745"/>
                    <a:pt x="199875" y="504529"/>
                    <a:pt x="211408" y="459829"/>
                  </a:cubicBezTo>
                  <a:cubicBezTo>
                    <a:pt x="222942" y="415128"/>
                    <a:pt x="234901" y="281528"/>
                    <a:pt x="234901" y="281528"/>
                  </a:cubicBezTo>
                  <a:cubicBezTo>
                    <a:pt x="234901" y="281528"/>
                    <a:pt x="477756" y="-112768"/>
                    <a:pt x="512278" y="31900"/>
                  </a:cubicBezTo>
                  <a:cubicBezTo>
                    <a:pt x="546800" y="176568"/>
                    <a:pt x="459218" y="473181"/>
                    <a:pt x="426012" y="544199"/>
                  </a:cubicBezTo>
                  <a:cubicBezTo>
                    <a:pt x="392805" y="615217"/>
                    <a:pt x="153510" y="806212"/>
                    <a:pt x="130405" y="823705"/>
                  </a:cubicBezTo>
                  <a:cubicBezTo>
                    <a:pt x="107300" y="841198"/>
                    <a:pt x="-6019" y="762633"/>
                    <a:pt x="250" y="740689"/>
                  </a:cubicBezTo>
                  <a:close/>
                </a:path>
              </a:pathLst>
            </a:custGeom>
            <a:gradFill>
              <a:gsLst>
                <a:gs pos="0">
                  <a:srgbClr val="FB8381"/>
                </a:gs>
                <a:gs pos="50000">
                  <a:srgbClr val="FA6D6C"/>
                </a:gs>
                <a:gs pos="100000">
                  <a:srgbClr val="FA5858"/>
                </a:gs>
              </a:gsLst>
              <a:lin ang="1265661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FC2125DD-7044-B762-B05F-B3A89162C261}"/>
                </a:ext>
              </a:extLst>
            </p:cNvPr>
            <p:cNvSpPr/>
            <p:nvPr/>
          </p:nvSpPr>
          <p:spPr>
            <a:xfrm>
              <a:off x="6543117" y="2928505"/>
              <a:ext cx="987489" cy="307371"/>
            </a:xfrm>
            <a:custGeom>
              <a:avLst/>
              <a:gdLst>
                <a:gd name="connsiteX0" fmla="*/ 510 w 987489"/>
                <a:gd name="connsiteY0" fmla="*/ 153686 h 307371"/>
                <a:gd name="connsiteX1" fmla="*/ 446628 w 987489"/>
                <a:gd name="connsiteY1" fmla="*/ 0 h 307371"/>
                <a:gd name="connsiteX2" fmla="*/ 987489 w 987489"/>
                <a:gd name="connsiteY2" fmla="*/ 153686 h 307371"/>
                <a:gd name="connsiteX3" fmla="*/ 494309 w 987489"/>
                <a:gd name="connsiteY3" fmla="*/ 307371 h 307371"/>
                <a:gd name="connsiteX4" fmla="*/ 510 w 987489"/>
                <a:gd name="connsiteY4" fmla="*/ 153686 h 30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7489" h="307371">
                  <a:moveTo>
                    <a:pt x="510" y="153686"/>
                  </a:moveTo>
                  <a:cubicBezTo>
                    <a:pt x="-11333" y="40947"/>
                    <a:pt x="184460" y="0"/>
                    <a:pt x="446628" y="0"/>
                  </a:cubicBezTo>
                  <a:cubicBezTo>
                    <a:pt x="708796" y="0"/>
                    <a:pt x="986947" y="26704"/>
                    <a:pt x="987489" y="153686"/>
                  </a:cubicBezTo>
                  <a:cubicBezTo>
                    <a:pt x="988031" y="280667"/>
                    <a:pt x="640990" y="307371"/>
                    <a:pt x="494309" y="307371"/>
                  </a:cubicBezTo>
                  <a:cubicBezTo>
                    <a:pt x="347628" y="307371"/>
                    <a:pt x="12391" y="266425"/>
                    <a:pt x="510" y="153686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6C259F9A-68E0-3CE1-4DC3-8F1DDFFE9CC8}"/>
                </a:ext>
              </a:extLst>
            </p:cNvPr>
            <p:cNvSpPr/>
            <p:nvPr/>
          </p:nvSpPr>
          <p:spPr>
            <a:xfrm>
              <a:off x="7074626" y="4020754"/>
              <a:ext cx="54446" cy="68141"/>
            </a:xfrm>
            <a:custGeom>
              <a:avLst/>
              <a:gdLst>
                <a:gd name="connsiteX0" fmla="*/ 54446 w 54446"/>
                <a:gd name="connsiteY0" fmla="*/ 50119 h 68141"/>
                <a:gd name="connsiteX1" fmla="*/ 14467 w 54446"/>
                <a:gd name="connsiteY1" fmla="*/ 67922 h 68141"/>
                <a:gd name="connsiteX2" fmla="*/ 10906 w 54446"/>
                <a:gd name="connsiteY2" fmla="*/ 30845 h 68141"/>
                <a:gd name="connsiteX3" fmla="*/ 54407 w 54446"/>
                <a:gd name="connsiteY3" fmla="*/ 0 h 68141"/>
                <a:gd name="connsiteX4" fmla="*/ 54407 w 54446"/>
                <a:gd name="connsiteY4" fmla="*/ 50119 h 68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46" h="68141">
                  <a:moveTo>
                    <a:pt x="54446" y="50119"/>
                  </a:moveTo>
                  <a:cubicBezTo>
                    <a:pt x="54446" y="50119"/>
                    <a:pt x="22478" y="65252"/>
                    <a:pt x="14467" y="67922"/>
                  </a:cubicBezTo>
                  <a:cubicBezTo>
                    <a:pt x="6456" y="70592"/>
                    <a:pt x="-11619" y="48339"/>
                    <a:pt x="10906" y="30845"/>
                  </a:cubicBezTo>
                  <a:cubicBezTo>
                    <a:pt x="33431" y="13352"/>
                    <a:pt x="54407" y="0"/>
                    <a:pt x="54407" y="0"/>
                  </a:cubicBezTo>
                  <a:lnTo>
                    <a:pt x="54407" y="50119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6659BB01-8BFF-11A7-D00B-B13AC2673315}"/>
                </a:ext>
              </a:extLst>
            </p:cNvPr>
            <p:cNvSpPr/>
            <p:nvPr/>
          </p:nvSpPr>
          <p:spPr>
            <a:xfrm>
              <a:off x="6747643" y="2708803"/>
              <a:ext cx="558839" cy="768676"/>
            </a:xfrm>
            <a:custGeom>
              <a:avLst/>
              <a:gdLst>
                <a:gd name="connsiteX0" fmla="*/ 386655 w 558839"/>
                <a:gd name="connsiteY0" fmla="*/ 138737 h 768676"/>
                <a:gd name="connsiteX1" fmla="*/ 397027 w 558839"/>
                <a:gd name="connsiteY1" fmla="*/ 73718 h 768676"/>
                <a:gd name="connsiteX2" fmla="*/ 188307 w 558839"/>
                <a:gd name="connsiteY2" fmla="*/ 17019 h 768676"/>
                <a:gd name="connsiteX3" fmla="*/ 175883 w 558839"/>
                <a:gd name="connsiteY3" fmla="*/ 139356 h 768676"/>
                <a:gd name="connsiteX4" fmla="*/ 2924 w 558839"/>
                <a:gd name="connsiteY4" fmla="*/ 480824 h 768676"/>
                <a:gd name="connsiteX5" fmla="*/ 204639 w 558839"/>
                <a:gd name="connsiteY5" fmla="*/ 720467 h 768676"/>
                <a:gd name="connsiteX6" fmla="*/ 438244 w 558839"/>
                <a:gd name="connsiteY6" fmla="*/ 735058 h 768676"/>
                <a:gd name="connsiteX7" fmla="*/ 558027 w 558839"/>
                <a:gd name="connsiteY7" fmla="*/ 429041 h 768676"/>
                <a:gd name="connsiteX8" fmla="*/ 386655 w 558839"/>
                <a:gd name="connsiteY8" fmla="*/ 138737 h 768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39" h="768676">
                  <a:moveTo>
                    <a:pt x="386655" y="138737"/>
                  </a:moveTo>
                  <a:cubicBezTo>
                    <a:pt x="392344" y="124534"/>
                    <a:pt x="417500" y="115593"/>
                    <a:pt x="397027" y="73718"/>
                  </a:cubicBezTo>
                  <a:cubicBezTo>
                    <a:pt x="376553" y="31842"/>
                    <a:pt x="251468" y="-30352"/>
                    <a:pt x="188307" y="17019"/>
                  </a:cubicBezTo>
                  <a:cubicBezTo>
                    <a:pt x="125145" y="64390"/>
                    <a:pt x="172865" y="122211"/>
                    <a:pt x="175883" y="139356"/>
                  </a:cubicBezTo>
                  <a:cubicBezTo>
                    <a:pt x="33692" y="205266"/>
                    <a:pt x="-12828" y="383257"/>
                    <a:pt x="2924" y="480824"/>
                  </a:cubicBezTo>
                  <a:cubicBezTo>
                    <a:pt x="20224" y="588184"/>
                    <a:pt x="33692" y="729911"/>
                    <a:pt x="204639" y="720467"/>
                  </a:cubicBezTo>
                  <a:cubicBezTo>
                    <a:pt x="287964" y="790054"/>
                    <a:pt x="373844" y="774573"/>
                    <a:pt x="438244" y="735058"/>
                  </a:cubicBezTo>
                  <a:cubicBezTo>
                    <a:pt x="502645" y="695543"/>
                    <a:pt x="543901" y="615662"/>
                    <a:pt x="558027" y="429041"/>
                  </a:cubicBezTo>
                  <a:cubicBezTo>
                    <a:pt x="567587" y="302911"/>
                    <a:pt x="491731" y="186728"/>
                    <a:pt x="386655" y="138737"/>
                  </a:cubicBezTo>
                  <a:close/>
                </a:path>
              </a:pathLst>
            </a:custGeom>
            <a:solidFill>
              <a:srgbClr val="2D1917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3D0D921-8668-8FFA-645F-15A0ACD4764D}"/>
                </a:ext>
              </a:extLst>
            </p:cNvPr>
            <p:cNvSpPr/>
            <p:nvPr/>
          </p:nvSpPr>
          <p:spPr>
            <a:xfrm>
              <a:off x="6806807" y="2951949"/>
              <a:ext cx="209322" cy="375502"/>
            </a:xfrm>
            <a:custGeom>
              <a:avLst/>
              <a:gdLst>
                <a:gd name="connsiteX0" fmla="*/ 105457 w 209322"/>
                <a:gd name="connsiteY0" fmla="*/ 4499 h 375502"/>
                <a:gd name="connsiteX1" fmla="*/ 65439 w 209322"/>
                <a:gd name="connsiteY1" fmla="*/ 354326 h 375502"/>
                <a:gd name="connsiteX2" fmla="*/ 207089 w 209322"/>
                <a:gd name="connsiteY2" fmla="*/ 171575 h 375502"/>
                <a:gd name="connsiteX3" fmla="*/ 105457 w 209322"/>
                <a:gd name="connsiteY3" fmla="*/ 4499 h 375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322" h="375502">
                  <a:moveTo>
                    <a:pt x="105457" y="4499"/>
                  </a:moveTo>
                  <a:cubicBezTo>
                    <a:pt x="22751" y="25862"/>
                    <a:pt x="-62626" y="283192"/>
                    <a:pt x="65439" y="354326"/>
                  </a:cubicBezTo>
                  <a:cubicBezTo>
                    <a:pt x="193504" y="425460"/>
                    <a:pt x="217732" y="305445"/>
                    <a:pt x="207089" y="171575"/>
                  </a:cubicBezTo>
                  <a:cubicBezTo>
                    <a:pt x="196407" y="37705"/>
                    <a:pt x="188202" y="-16865"/>
                    <a:pt x="105457" y="4499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B28B11DB-7E09-940F-B530-40096538B512}"/>
                </a:ext>
              </a:extLst>
            </p:cNvPr>
            <p:cNvSpPr/>
            <p:nvPr/>
          </p:nvSpPr>
          <p:spPr>
            <a:xfrm>
              <a:off x="6974656" y="3881240"/>
              <a:ext cx="32622" cy="158379"/>
            </a:xfrm>
            <a:custGeom>
              <a:avLst/>
              <a:gdLst>
                <a:gd name="connsiteX0" fmla="*/ 1544 w 32622"/>
                <a:gd name="connsiteY0" fmla="*/ 146596 h 158379"/>
                <a:gd name="connsiteX1" fmla="*/ 460 w 32622"/>
                <a:gd name="connsiteY1" fmla="*/ 18183 h 158379"/>
                <a:gd name="connsiteX2" fmla="*/ 24958 w 32622"/>
                <a:gd name="connsiteY2" fmla="*/ 19847 h 158379"/>
                <a:gd name="connsiteX3" fmla="*/ 32621 w 32622"/>
                <a:gd name="connsiteY3" fmla="*/ 120317 h 158379"/>
                <a:gd name="connsiteX4" fmla="*/ 1544 w 32622"/>
                <a:gd name="connsiteY4" fmla="*/ 146558 h 158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2" h="158379">
                  <a:moveTo>
                    <a:pt x="1544" y="146596"/>
                  </a:moveTo>
                  <a:cubicBezTo>
                    <a:pt x="-933" y="119234"/>
                    <a:pt x="266" y="29058"/>
                    <a:pt x="460" y="18183"/>
                  </a:cubicBezTo>
                  <a:cubicBezTo>
                    <a:pt x="847" y="-4883"/>
                    <a:pt x="17760" y="-7786"/>
                    <a:pt x="24958" y="19847"/>
                  </a:cubicBezTo>
                  <a:cubicBezTo>
                    <a:pt x="29641" y="37805"/>
                    <a:pt x="32389" y="91640"/>
                    <a:pt x="32621" y="120317"/>
                  </a:cubicBezTo>
                  <a:cubicBezTo>
                    <a:pt x="32854" y="148996"/>
                    <a:pt x="4020" y="173920"/>
                    <a:pt x="1544" y="146558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447B3D9B-3DFE-7AFB-7CAA-FCD8BFE08B84}"/>
                </a:ext>
              </a:extLst>
            </p:cNvPr>
            <p:cNvSpPr/>
            <p:nvPr/>
          </p:nvSpPr>
          <p:spPr>
            <a:xfrm>
              <a:off x="6976782" y="4050862"/>
              <a:ext cx="94737" cy="129019"/>
            </a:xfrm>
            <a:custGeom>
              <a:avLst/>
              <a:gdLst>
                <a:gd name="connsiteX0" fmla="*/ 153 w 94737"/>
                <a:gd name="connsiteY0" fmla="*/ 40252 h 129019"/>
                <a:gd name="connsiteX1" fmla="*/ 4255 w 94737"/>
                <a:gd name="connsiteY1" fmla="*/ 121294 h 129019"/>
                <a:gd name="connsiteX2" fmla="*/ 47369 w 94737"/>
                <a:gd name="connsiteY2" fmla="*/ 128957 h 129019"/>
                <a:gd name="connsiteX3" fmla="*/ 94547 w 94737"/>
                <a:gd name="connsiteY3" fmla="*/ 109915 h 129019"/>
                <a:gd name="connsiteX4" fmla="*/ 58980 w 94737"/>
                <a:gd name="connsiteY4" fmla="*/ 51205 h 129019"/>
                <a:gd name="connsiteX5" fmla="*/ 39629 w 94737"/>
                <a:gd name="connsiteY5" fmla="*/ 273 h 129019"/>
                <a:gd name="connsiteX6" fmla="*/ 153 w 94737"/>
                <a:gd name="connsiteY6" fmla="*/ 40213 h 12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737" h="129019">
                  <a:moveTo>
                    <a:pt x="153" y="40252"/>
                  </a:moveTo>
                  <a:cubicBezTo>
                    <a:pt x="-737" y="56236"/>
                    <a:pt x="2475" y="114714"/>
                    <a:pt x="4255" y="121294"/>
                  </a:cubicBezTo>
                  <a:cubicBezTo>
                    <a:pt x="6268" y="128686"/>
                    <a:pt x="26664" y="129266"/>
                    <a:pt x="47369" y="128957"/>
                  </a:cubicBezTo>
                  <a:cubicBezTo>
                    <a:pt x="69662" y="128609"/>
                    <a:pt x="91993" y="127719"/>
                    <a:pt x="94547" y="109915"/>
                  </a:cubicBezTo>
                  <a:cubicBezTo>
                    <a:pt x="97102" y="92113"/>
                    <a:pt x="73416" y="76787"/>
                    <a:pt x="58980" y="51205"/>
                  </a:cubicBezTo>
                  <a:cubicBezTo>
                    <a:pt x="44544" y="25623"/>
                    <a:pt x="48066" y="3562"/>
                    <a:pt x="39629" y="273"/>
                  </a:cubicBezTo>
                  <a:cubicBezTo>
                    <a:pt x="31231" y="-3017"/>
                    <a:pt x="1043" y="24229"/>
                    <a:pt x="153" y="40213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EE071EA4-0C69-35E3-329F-AAC32EE27C6D}"/>
              </a:ext>
            </a:extLst>
          </p:cNvPr>
          <p:cNvGrpSpPr/>
          <p:nvPr/>
        </p:nvGrpSpPr>
        <p:grpSpPr>
          <a:xfrm>
            <a:off x="388281" y="2452829"/>
            <a:ext cx="1289819" cy="1788598"/>
            <a:chOff x="388281" y="2452829"/>
            <a:chExt cx="1289819" cy="1788598"/>
          </a:xfrm>
        </p:grpSpPr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FFB98C47-BB34-1403-6769-626A71CDCDF1}"/>
                </a:ext>
              </a:extLst>
            </p:cNvPr>
            <p:cNvSpPr/>
            <p:nvPr/>
          </p:nvSpPr>
          <p:spPr>
            <a:xfrm>
              <a:off x="717575" y="3793456"/>
              <a:ext cx="194488" cy="447971"/>
            </a:xfrm>
            <a:custGeom>
              <a:avLst/>
              <a:gdLst>
                <a:gd name="connsiteX0" fmla="*/ 13007 w 194488"/>
                <a:gd name="connsiteY0" fmla="*/ 188866 h 447971"/>
                <a:gd name="connsiteX1" fmla="*/ 467 w 194488"/>
                <a:gd name="connsiteY1" fmla="*/ 326336 h 447971"/>
                <a:gd name="connsiteX2" fmla="*/ 123811 w 194488"/>
                <a:gd name="connsiteY2" fmla="*/ 447589 h 447971"/>
                <a:gd name="connsiteX3" fmla="*/ 194365 w 194488"/>
                <a:gd name="connsiteY3" fmla="*/ 334695 h 447971"/>
                <a:gd name="connsiteX4" fmla="*/ 176678 w 194488"/>
                <a:gd name="connsiteY4" fmla="*/ 232754 h 447971"/>
                <a:gd name="connsiteX5" fmla="*/ 181825 w 194488"/>
                <a:gd name="connsiteY5" fmla="*/ 90060 h 447971"/>
                <a:gd name="connsiteX6" fmla="*/ 92307 w 194488"/>
                <a:gd name="connsiteY6" fmla="*/ 0 h 447971"/>
                <a:gd name="connsiteX7" fmla="*/ 13007 w 194488"/>
                <a:gd name="connsiteY7" fmla="*/ 188827 h 447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488" h="447971">
                  <a:moveTo>
                    <a:pt x="13007" y="188866"/>
                  </a:moveTo>
                  <a:cubicBezTo>
                    <a:pt x="10917" y="227529"/>
                    <a:pt x="-2667" y="270914"/>
                    <a:pt x="467" y="326336"/>
                  </a:cubicBezTo>
                  <a:cubicBezTo>
                    <a:pt x="3602" y="381757"/>
                    <a:pt x="64751" y="453859"/>
                    <a:pt x="123811" y="447589"/>
                  </a:cubicBezTo>
                  <a:cubicBezTo>
                    <a:pt x="182870" y="441319"/>
                    <a:pt x="195951" y="361864"/>
                    <a:pt x="194365" y="334695"/>
                  </a:cubicBezTo>
                  <a:cubicBezTo>
                    <a:pt x="192778" y="307526"/>
                    <a:pt x="177297" y="275636"/>
                    <a:pt x="176678" y="232754"/>
                  </a:cubicBezTo>
                  <a:cubicBezTo>
                    <a:pt x="176058" y="189872"/>
                    <a:pt x="186508" y="134490"/>
                    <a:pt x="181825" y="90060"/>
                  </a:cubicBezTo>
                  <a:cubicBezTo>
                    <a:pt x="177103" y="45630"/>
                    <a:pt x="165067" y="0"/>
                    <a:pt x="92307" y="0"/>
                  </a:cubicBezTo>
                  <a:cubicBezTo>
                    <a:pt x="19547" y="0"/>
                    <a:pt x="15097" y="150164"/>
                    <a:pt x="13007" y="188827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564A7908-BCEE-E48E-1D5B-91198B9A3542}"/>
                </a:ext>
              </a:extLst>
            </p:cNvPr>
            <p:cNvSpPr/>
            <p:nvPr/>
          </p:nvSpPr>
          <p:spPr>
            <a:xfrm>
              <a:off x="617342" y="3206971"/>
              <a:ext cx="317973" cy="671707"/>
            </a:xfrm>
            <a:custGeom>
              <a:avLst/>
              <a:gdLst>
                <a:gd name="connsiteX0" fmla="*/ 71481 w 317973"/>
                <a:gd name="connsiteY0" fmla="*/ 265336 h 671707"/>
                <a:gd name="connsiteX1" fmla="*/ 84833 w 317973"/>
                <a:gd name="connsiteY1" fmla="*/ 413565 h 671707"/>
                <a:gd name="connsiteX2" fmla="*/ 131198 w 317973"/>
                <a:gd name="connsiteY2" fmla="*/ 586679 h 671707"/>
                <a:gd name="connsiteX3" fmla="*/ 202990 w 317973"/>
                <a:gd name="connsiteY3" fmla="*/ 671707 h 671707"/>
                <a:gd name="connsiteX4" fmla="*/ 254928 w 317973"/>
                <a:gd name="connsiteY4" fmla="*/ 591672 h 671707"/>
                <a:gd name="connsiteX5" fmla="*/ 269209 w 317973"/>
                <a:gd name="connsiteY5" fmla="*/ 488879 h 671707"/>
                <a:gd name="connsiteX6" fmla="*/ 299242 w 317973"/>
                <a:gd name="connsiteY6" fmla="*/ 373856 h 671707"/>
                <a:gd name="connsiteX7" fmla="*/ 317974 w 317973"/>
                <a:gd name="connsiteY7" fmla="*/ 167652 h 671707"/>
                <a:gd name="connsiteX8" fmla="*/ 2243 w 317973"/>
                <a:gd name="connsiteY8" fmla="*/ 50927 h 671707"/>
                <a:gd name="connsiteX9" fmla="*/ 71442 w 317973"/>
                <a:gd name="connsiteY9" fmla="*/ 265336 h 671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7973" h="671707">
                  <a:moveTo>
                    <a:pt x="71481" y="265336"/>
                  </a:moveTo>
                  <a:cubicBezTo>
                    <a:pt x="78602" y="313365"/>
                    <a:pt x="74422" y="350829"/>
                    <a:pt x="84833" y="413565"/>
                  </a:cubicBezTo>
                  <a:cubicBezTo>
                    <a:pt x="95205" y="476301"/>
                    <a:pt x="119471" y="530909"/>
                    <a:pt x="131198" y="586679"/>
                  </a:cubicBezTo>
                  <a:cubicBezTo>
                    <a:pt x="142924" y="642449"/>
                    <a:pt x="161037" y="671707"/>
                    <a:pt x="202990" y="671707"/>
                  </a:cubicBezTo>
                  <a:cubicBezTo>
                    <a:pt x="244943" y="671707"/>
                    <a:pt x="253148" y="614196"/>
                    <a:pt x="254928" y="591672"/>
                  </a:cubicBezTo>
                  <a:cubicBezTo>
                    <a:pt x="255741" y="581144"/>
                    <a:pt x="259650" y="529980"/>
                    <a:pt x="269209" y="488879"/>
                  </a:cubicBezTo>
                  <a:cubicBezTo>
                    <a:pt x="280162" y="441933"/>
                    <a:pt x="297036" y="403579"/>
                    <a:pt x="299242" y="373856"/>
                  </a:cubicBezTo>
                  <a:cubicBezTo>
                    <a:pt x="303422" y="318087"/>
                    <a:pt x="317974" y="167652"/>
                    <a:pt x="317974" y="167652"/>
                  </a:cubicBezTo>
                  <a:cubicBezTo>
                    <a:pt x="317974" y="167652"/>
                    <a:pt x="-31080" y="-111854"/>
                    <a:pt x="2243" y="50927"/>
                  </a:cubicBezTo>
                  <a:cubicBezTo>
                    <a:pt x="35565" y="213746"/>
                    <a:pt x="64321" y="217307"/>
                    <a:pt x="71442" y="265336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BEB0C56-8F04-D4B0-924C-0C0AE165660F}"/>
                </a:ext>
              </a:extLst>
            </p:cNvPr>
            <p:cNvSpPr/>
            <p:nvPr/>
          </p:nvSpPr>
          <p:spPr>
            <a:xfrm>
              <a:off x="1038867" y="2452829"/>
              <a:ext cx="256263" cy="501900"/>
            </a:xfrm>
            <a:custGeom>
              <a:avLst/>
              <a:gdLst>
                <a:gd name="connsiteX0" fmla="*/ 255333 w 256263"/>
                <a:gd name="connsiteY0" fmla="*/ 273419 h 501900"/>
                <a:gd name="connsiteX1" fmla="*/ 221081 w 256263"/>
                <a:gd name="connsiteY1" fmla="*/ 29906 h 501900"/>
                <a:gd name="connsiteX2" fmla="*/ 102808 w 256263"/>
                <a:gd name="connsiteY2" fmla="*/ 23520 h 501900"/>
                <a:gd name="connsiteX3" fmla="*/ 39375 w 256263"/>
                <a:gd name="connsiteY3" fmla="*/ 224384 h 501900"/>
                <a:gd name="connsiteX4" fmla="*/ 4195 w 256263"/>
                <a:gd name="connsiteY4" fmla="*/ 353378 h 501900"/>
                <a:gd name="connsiteX5" fmla="*/ 96112 w 256263"/>
                <a:gd name="connsiteY5" fmla="*/ 499168 h 501900"/>
                <a:gd name="connsiteX6" fmla="*/ 255333 w 256263"/>
                <a:gd name="connsiteY6" fmla="*/ 273458 h 50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63" h="501900">
                  <a:moveTo>
                    <a:pt x="255333" y="273419"/>
                  </a:moveTo>
                  <a:cubicBezTo>
                    <a:pt x="246895" y="163583"/>
                    <a:pt x="238884" y="69189"/>
                    <a:pt x="221081" y="29906"/>
                  </a:cubicBezTo>
                  <a:cubicBezTo>
                    <a:pt x="203278" y="-9377"/>
                    <a:pt x="124674" y="-8332"/>
                    <a:pt x="102808" y="23520"/>
                  </a:cubicBezTo>
                  <a:cubicBezTo>
                    <a:pt x="88875" y="43761"/>
                    <a:pt x="60932" y="135059"/>
                    <a:pt x="39375" y="224384"/>
                  </a:cubicBezTo>
                  <a:cubicBezTo>
                    <a:pt x="27029" y="275470"/>
                    <a:pt x="5550" y="324622"/>
                    <a:pt x="4195" y="353378"/>
                  </a:cubicBezTo>
                  <a:cubicBezTo>
                    <a:pt x="518" y="432446"/>
                    <a:pt x="-22471" y="475096"/>
                    <a:pt x="96112" y="499168"/>
                  </a:cubicBezTo>
                  <a:cubicBezTo>
                    <a:pt x="214695" y="523241"/>
                    <a:pt x="263808" y="383294"/>
                    <a:pt x="255333" y="273458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F61A2125-AAC2-9B73-7D40-1E63A44388EB}"/>
                </a:ext>
              </a:extLst>
            </p:cNvPr>
            <p:cNvSpPr/>
            <p:nvPr/>
          </p:nvSpPr>
          <p:spPr>
            <a:xfrm>
              <a:off x="1125376" y="2506321"/>
              <a:ext cx="348555" cy="539450"/>
            </a:xfrm>
            <a:custGeom>
              <a:avLst/>
              <a:gdLst>
                <a:gd name="connsiteX0" fmla="*/ 28645 w 348555"/>
                <a:gd name="connsiteY0" fmla="*/ 539451 h 539450"/>
                <a:gd name="connsiteX1" fmla="*/ 19085 w 348555"/>
                <a:gd name="connsiteY1" fmla="*/ 231499 h 539450"/>
                <a:gd name="connsiteX2" fmla="*/ 2366 w 348555"/>
                <a:gd name="connsiteY2" fmla="*/ 173252 h 539450"/>
                <a:gd name="connsiteX3" fmla="*/ 41378 w 348555"/>
                <a:gd name="connsiteY3" fmla="*/ 21386 h 539450"/>
                <a:gd name="connsiteX4" fmla="*/ 122923 w 348555"/>
                <a:gd name="connsiteY4" fmla="*/ 22702 h 539450"/>
                <a:gd name="connsiteX5" fmla="*/ 144325 w 348555"/>
                <a:gd name="connsiteY5" fmla="*/ 119418 h 539450"/>
                <a:gd name="connsiteX6" fmla="*/ 243944 w 348555"/>
                <a:gd name="connsiteY6" fmla="*/ 204640 h 539450"/>
                <a:gd name="connsiteX7" fmla="*/ 348556 w 348555"/>
                <a:gd name="connsiteY7" fmla="*/ 411657 h 539450"/>
                <a:gd name="connsiteX8" fmla="*/ 28606 w 348555"/>
                <a:gd name="connsiteY8" fmla="*/ 539451 h 539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8555" h="539450">
                  <a:moveTo>
                    <a:pt x="28645" y="539451"/>
                  </a:moveTo>
                  <a:lnTo>
                    <a:pt x="19085" y="231499"/>
                  </a:lnTo>
                  <a:cubicBezTo>
                    <a:pt x="19085" y="231499"/>
                    <a:pt x="-8006" y="229525"/>
                    <a:pt x="2366" y="173252"/>
                  </a:cubicBezTo>
                  <a:cubicBezTo>
                    <a:pt x="12738" y="116980"/>
                    <a:pt x="32979" y="46813"/>
                    <a:pt x="41378" y="21386"/>
                  </a:cubicBezTo>
                  <a:cubicBezTo>
                    <a:pt x="49776" y="-4080"/>
                    <a:pt x="108100" y="-10505"/>
                    <a:pt x="122923" y="22702"/>
                  </a:cubicBezTo>
                  <a:cubicBezTo>
                    <a:pt x="137746" y="55908"/>
                    <a:pt x="129076" y="101383"/>
                    <a:pt x="144325" y="119418"/>
                  </a:cubicBezTo>
                  <a:cubicBezTo>
                    <a:pt x="159574" y="137453"/>
                    <a:pt x="206055" y="146935"/>
                    <a:pt x="243944" y="204640"/>
                  </a:cubicBezTo>
                  <a:cubicBezTo>
                    <a:pt x="281833" y="262345"/>
                    <a:pt x="348556" y="411657"/>
                    <a:pt x="348556" y="411657"/>
                  </a:cubicBezTo>
                  <a:lnTo>
                    <a:pt x="28606" y="539451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2E64C109-8C31-D411-C3E9-64142D6B5DFB}"/>
                </a:ext>
              </a:extLst>
            </p:cNvPr>
            <p:cNvSpPr/>
            <p:nvPr/>
          </p:nvSpPr>
          <p:spPr>
            <a:xfrm>
              <a:off x="1095619" y="2773072"/>
              <a:ext cx="397547" cy="156439"/>
            </a:xfrm>
            <a:custGeom>
              <a:avLst/>
              <a:gdLst>
                <a:gd name="connsiteX0" fmla="*/ 39 w 397547"/>
                <a:gd name="connsiteY0" fmla="*/ 156439 h 156439"/>
                <a:gd name="connsiteX1" fmla="*/ 42921 w 397547"/>
                <a:gd name="connsiteY1" fmla="*/ 35147 h 156439"/>
                <a:gd name="connsiteX2" fmla="*/ 237398 w 397547"/>
                <a:gd name="connsiteY2" fmla="*/ 161 h 156439"/>
                <a:gd name="connsiteX3" fmla="*/ 333147 w 397547"/>
                <a:gd name="connsiteY3" fmla="*/ 24156 h 156439"/>
                <a:gd name="connsiteX4" fmla="*/ 397547 w 397547"/>
                <a:gd name="connsiteY4" fmla="*/ 125749 h 156439"/>
                <a:gd name="connsiteX5" fmla="*/ 0 w 397547"/>
                <a:gd name="connsiteY5" fmla="*/ 156439 h 156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7547" h="156439">
                  <a:moveTo>
                    <a:pt x="39" y="156439"/>
                  </a:moveTo>
                  <a:lnTo>
                    <a:pt x="42921" y="35147"/>
                  </a:lnTo>
                  <a:cubicBezTo>
                    <a:pt x="42921" y="35147"/>
                    <a:pt x="147261" y="3721"/>
                    <a:pt x="237398" y="161"/>
                  </a:cubicBezTo>
                  <a:cubicBezTo>
                    <a:pt x="288756" y="-1852"/>
                    <a:pt x="326258" y="15564"/>
                    <a:pt x="333147" y="24156"/>
                  </a:cubicBezTo>
                  <a:cubicBezTo>
                    <a:pt x="352111" y="47880"/>
                    <a:pt x="397547" y="125749"/>
                    <a:pt x="397547" y="125749"/>
                  </a:cubicBezTo>
                  <a:lnTo>
                    <a:pt x="0" y="156439"/>
                  </a:lnTo>
                  <a:close/>
                </a:path>
              </a:pathLst>
            </a:custGeom>
            <a:solidFill>
              <a:srgbClr val="4C4E83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5BCDF5B5-E4EE-29C4-D5A2-EDDDEEF56E9D}"/>
                </a:ext>
              </a:extLst>
            </p:cNvPr>
            <p:cNvSpPr/>
            <p:nvPr/>
          </p:nvSpPr>
          <p:spPr>
            <a:xfrm>
              <a:off x="595202" y="3214474"/>
              <a:ext cx="375332" cy="224174"/>
            </a:xfrm>
            <a:custGeom>
              <a:avLst/>
              <a:gdLst>
                <a:gd name="connsiteX0" fmla="*/ 0 w 375332"/>
                <a:gd name="connsiteY0" fmla="*/ 0 h 224174"/>
                <a:gd name="connsiteX1" fmla="*/ 50932 w 375332"/>
                <a:gd name="connsiteY1" fmla="*/ 160149 h 224174"/>
                <a:gd name="connsiteX2" fmla="*/ 194129 w 375332"/>
                <a:gd name="connsiteY2" fmla="*/ 224046 h 224174"/>
                <a:gd name="connsiteX3" fmla="*/ 341778 w 375332"/>
                <a:gd name="connsiteY3" fmla="*/ 155582 h 224174"/>
                <a:gd name="connsiteX4" fmla="*/ 375332 w 375332"/>
                <a:gd name="connsiteY4" fmla="*/ 62775 h 224174"/>
                <a:gd name="connsiteX5" fmla="*/ 39 w 375332"/>
                <a:gd name="connsiteY5" fmla="*/ 39 h 224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5332" h="224174">
                  <a:moveTo>
                    <a:pt x="0" y="0"/>
                  </a:moveTo>
                  <a:cubicBezTo>
                    <a:pt x="0" y="0"/>
                    <a:pt x="41489" y="125627"/>
                    <a:pt x="50932" y="160149"/>
                  </a:cubicBezTo>
                  <a:cubicBezTo>
                    <a:pt x="60336" y="194632"/>
                    <a:pt x="121989" y="221956"/>
                    <a:pt x="194129" y="224046"/>
                  </a:cubicBezTo>
                  <a:cubicBezTo>
                    <a:pt x="266270" y="226136"/>
                    <a:pt x="327148" y="202605"/>
                    <a:pt x="341778" y="155582"/>
                  </a:cubicBezTo>
                  <a:cubicBezTo>
                    <a:pt x="356407" y="108520"/>
                    <a:pt x="375332" y="62775"/>
                    <a:pt x="375332" y="62775"/>
                  </a:cubicBezTo>
                  <a:lnTo>
                    <a:pt x="39" y="39"/>
                  </a:lnTo>
                  <a:close/>
                </a:path>
              </a:pathLst>
            </a:custGeom>
            <a:solidFill>
              <a:srgbClr val="4C4E83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97F56716-3A0C-276E-1E84-39BC376042F1}"/>
                </a:ext>
              </a:extLst>
            </p:cNvPr>
            <p:cNvSpPr/>
            <p:nvPr/>
          </p:nvSpPr>
          <p:spPr>
            <a:xfrm>
              <a:off x="419879" y="2811808"/>
              <a:ext cx="1250234" cy="564800"/>
            </a:xfrm>
            <a:custGeom>
              <a:avLst/>
              <a:gdLst>
                <a:gd name="connsiteX0" fmla="*/ 1250118 w 1250234"/>
                <a:gd name="connsiteY0" fmla="*/ 252387 h 564800"/>
                <a:gd name="connsiteX1" fmla="*/ 1042442 w 1250234"/>
                <a:gd name="connsiteY1" fmla="*/ 39332 h 564800"/>
                <a:gd name="connsiteX2" fmla="*/ 604026 w 1250234"/>
                <a:gd name="connsiteY2" fmla="*/ 591 h 564800"/>
                <a:gd name="connsiteX3" fmla="*/ 198816 w 1250234"/>
                <a:gd name="connsiteY3" fmla="*/ 55625 h 564800"/>
                <a:gd name="connsiteX4" fmla="*/ 81 w 1250234"/>
                <a:gd name="connsiteY4" fmla="*/ 226882 h 564800"/>
                <a:gd name="connsiteX5" fmla="*/ 137628 w 1250234"/>
                <a:gd name="connsiteY5" fmla="*/ 405066 h 564800"/>
                <a:gd name="connsiteX6" fmla="*/ 383153 w 1250234"/>
                <a:gd name="connsiteY6" fmla="*/ 547877 h 564800"/>
                <a:gd name="connsiteX7" fmla="*/ 606077 w 1250234"/>
                <a:gd name="connsiteY7" fmla="*/ 516799 h 564800"/>
                <a:gd name="connsiteX8" fmla="*/ 873508 w 1250234"/>
                <a:gd name="connsiteY8" fmla="*/ 563435 h 564800"/>
                <a:gd name="connsiteX9" fmla="*/ 1048441 w 1250234"/>
                <a:gd name="connsiteY9" fmla="*/ 421940 h 564800"/>
                <a:gd name="connsiteX10" fmla="*/ 1250156 w 1250234"/>
                <a:gd name="connsiteY10" fmla="*/ 252387 h 56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50234" h="564800">
                  <a:moveTo>
                    <a:pt x="1250118" y="252387"/>
                  </a:moveTo>
                  <a:cubicBezTo>
                    <a:pt x="1254530" y="138138"/>
                    <a:pt x="1133354" y="81323"/>
                    <a:pt x="1042442" y="39332"/>
                  </a:cubicBezTo>
                  <a:cubicBezTo>
                    <a:pt x="951531" y="-2660"/>
                    <a:pt x="801445" y="6164"/>
                    <a:pt x="604026" y="591"/>
                  </a:cubicBezTo>
                  <a:cubicBezTo>
                    <a:pt x="406568" y="-4982"/>
                    <a:pt x="285973" y="30043"/>
                    <a:pt x="198816" y="55625"/>
                  </a:cubicBezTo>
                  <a:cubicBezTo>
                    <a:pt x="111659" y="81207"/>
                    <a:pt x="-3480" y="135700"/>
                    <a:pt x="81" y="226882"/>
                  </a:cubicBezTo>
                  <a:cubicBezTo>
                    <a:pt x="3641" y="318064"/>
                    <a:pt x="53993" y="369499"/>
                    <a:pt x="137628" y="405066"/>
                  </a:cubicBezTo>
                  <a:cubicBezTo>
                    <a:pt x="221301" y="440633"/>
                    <a:pt x="266234" y="544974"/>
                    <a:pt x="383153" y="547877"/>
                  </a:cubicBezTo>
                  <a:cubicBezTo>
                    <a:pt x="500072" y="550779"/>
                    <a:pt x="542877" y="521908"/>
                    <a:pt x="606077" y="516799"/>
                  </a:cubicBezTo>
                  <a:cubicBezTo>
                    <a:pt x="669277" y="511651"/>
                    <a:pt x="763827" y="574774"/>
                    <a:pt x="873508" y="563435"/>
                  </a:cubicBezTo>
                  <a:cubicBezTo>
                    <a:pt x="983190" y="552095"/>
                    <a:pt x="1017557" y="449535"/>
                    <a:pt x="1048441" y="421940"/>
                  </a:cubicBezTo>
                  <a:cubicBezTo>
                    <a:pt x="1079287" y="394346"/>
                    <a:pt x="1245744" y="366635"/>
                    <a:pt x="1250156" y="252387"/>
                  </a:cubicBezTo>
                  <a:close/>
                </a:path>
              </a:pathLst>
            </a:custGeom>
            <a:gradFill>
              <a:gsLst>
                <a:gs pos="0">
                  <a:srgbClr val="FFDDB7"/>
                </a:gs>
                <a:gs pos="50000">
                  <a:srgbClr val="FBAFA0"/>
                </a:gs>
                <a:gs pos="100000">
                  <a:srgbClr val="F88189"/>
                </a:gs>
              </a:gsLst>
              <a:lin ang="568726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9EE0F24-4CC8-F949-6A56-F5A8E0C75C39}"/>
                </a:ext>
              </a:extLst>
            </p:cNvPr>
            <p:cNvSpPr/>
            <p:nvPr/>
          </p:nvSpPr>
          <p:spPr>
            <a:xfrm>
              <a:off x="1026768" y="3644841"/>
              <a:ext cx="373745" cy="409696"/>
            </a:xfrm>
            <a:custGeom>
              <a:avLst/>
              <a:gdLst>
                <a:gd name="connsiteX0" fmla="*/ 272927 w 373745"/>
                <a:gd name="connsiteY0" fmla="*/ 0 h 409696"/>
                <a:gd name="connsiteX1" fmla="*/ 213055 w 373745"/>
                <a:gd name="connsiteY1" fmla="*/ 64632 h 409696"/>
                <a:gd name="connsiteX2" fmla="*/ 160730 w 373745"/>
                <a:gd name="connsiteY2" fmla="*/ 86576 h 409696"/>
                <a:gd name="connsiteX3" fmla="*/ 61420 w 373745"/>
                <a:gd name="connsiteY3" fmla="*/ 217699 h 409696"/>
                <a:gd name="connsiteX4" fmla="*/ 4296 w 373745"/>
                <a:gd name="connsiteY4" fmla="*/ 256749 h 409696"/>
                <a:gd name="connsiteX5" fmla="*/ 67884 w 373745"/>
                <a:gd name="connsiteY5" fmla="*/ 272385 h 409696"/>
                <a:gd name="connsiteX6" fmla="*/ 0 w 373745"/>
                <a:gd name="connsiteY6" fmla="*/ 324942 h 409696"/>
                <a:gd name="connsiteX7" fmla="*/ 53061 w 373745"/>
                <a:gd name="connsiteY7" fmla="*/ 324942 h 409696"/>
                <a:gd name="connsiteX8" fmla="*/ 1161 w 373745"/>
                <a:gd name="connsiteY8" fmla="*/ 401147 h 409696"/>
                <a:gd name="connsiteX9" fmla="*/ 81197 w 373745"/>
                <a:gd name="connsiteY9" fmla="*/ 370611 h 409696"/>
                <a:gd name="connsiteX10" fmla="*/ 151403 w 373745"/>
                <a:gd name="connsiteY10" fmla="*/ 372081 h 409696"/>
                <a:gd name="connsiteX11" fmla="*/ 197652 w 373745"/>
                <a:gd name="connsiteY11" fmla="*/ 357297 h 409696"/>
                <a:gd name="connsiteX12" fmla="*/ 245758 w 373745"/>
                <a:gd name="connsiteY12" fmla="*/ 329122 h 409696"/>
                <a:gd name="connsiteX13" fmla="*/ 299399 w 373745"/>
                <a:gd name="connsiteY13" fmla="*/ 241075 h 409696"/>
                <a:gd name="connsiteX14" fmla="*/ 304972 w 373745"/>
                <a:gd name="connsiteY14" fmla="*/ 162123 h 409696"/>
                <a:gd name="connsiteX15" fmla="*/ 373746 w 373745"/>
                <a:gd name="connsiteY15" fmla="*/ 61227 h 409696"/>
                <a:gd name="connsiteX16" fmla="*/ 272966 w 373745"/>
                <a:gd name="connsiteY16" fmla="*/ 0 h 409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3745" h="409696">
                  <a:moveTo>
                    <a:pt x="272927" y="0"/>
                  </a:moveTo>
                  <a:lnTo>
                    <a:pt x="213055" y="64632"/>
                  </a:lnTo>
                  <a:cubicBezTo>
                    <a:pt x="213055" y="64632"/>
                    <a:pt x="178958" y="66567"/>
                    <a:pt x="160730" y="86576"/>
                  </a:cubicBezTo>
                  <a:cubicBezTo>
                    <a:pt x="142501" y="106585"/>
                    <a:pt x="61420" y="217699"/>
                    <a:pt x="61420" y="217699"/>
                  </a:cubicBezTo>
                  <a:cubicBezTo>
                    <a:pt x="61420" y="217699"/>
                    <a:pt x="4296" y="230664"/>
                    <a:pt x="4296" y="256749"/>
                  </a:cubicBezTo>
                  <a:cubicBezTo>
                    <a:pt x="4296" y="282834"/>
                    <a:pt x="67884" y="272385"/>
                    <a:pt x="67884" y="272385"/>
                  </a:cubicBezTo>
                  <a:cubicBezTo>
                    <a:pt x="67884" y="272385"/>
                    <a:pt x="155" y="296187"/>
                    <a:pt x="0" y="324942"/>
                  </a:cubicBezTo>
                  <a:cubicBezTo>
                    <a:pt x="-155" y="353698"/>
                    <a:pt x="53061" y="324942"/>
                    <a:pt x="53061" y="324942"/>
                  </a:cubicBezTo>
                  <a:cubicBezTo>
                    <a:pt x="53061" y="324942"/>
                    <a:pt x="-8321" y="370611"/>
                    <a:pt x="1161" y="401147"/>
                  </a:cubicBezTo>
                  <a:cubicBezTo>
                    <a:pt x="10643" y="431683"/>
                    <a:pt x="81197" y="370611"/>
                    <a:pt x="81197" y="370611"/>
                  </a:cubicBezTo>
                  <a:cubicBezTo>
                    <a:pt x="81197" y="370611"/>
                    <a:pt x="123382" y="401417"/>
                    <a:pt x="151403" y="372081"/>
                  </a:cubicBezTo>
                  <a:cubicBezTo>
                    <a:pt x="179423" y="342745"/>
                    <a:pt x="197652" y="357297"/>
                    <a:pt x="197652" y="357297"/>
                  </a:cubicBezTo>
                  <a:cubicBezTo>
                    <a:pt x="197652" y="357297"/>
                    <a:pt x="229736" y="341584"/>
                    <a:pt x="245758" y="329122"/>
                  </a:cubicBezTo>
                  <a:cubicBezTo>
                    <a:pt x="261781" y="316660"/>
                    <a:pt x="299128" y="247577"/>
                    <a:pt x="299399" y="241075"/>
                  </a:cubicBezTo>
                  <a:cubicBezTo>
                    <a:pt x="299825" y="230393"/>
                    <a:pt x="297851" y="186582"/>
                    <a:pt x="304972" y="162123"/>
                  </a:cubicBezTo>
                  <a:cubicBezTo>
                    <a:pt x="312094" y="137663"/>
                    <a:pt x="373746" y="61227"/>
                    <a:pt x="373746" y="61227"/>
                  </a:cubicBezTo>
                  <a:lnTo>
                    <a:pt x="272966" y="0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54FC8DA3-4099-8C3C-AA7B-3D364D88CA71}"/>
                </a:ext>
              </a:extLst>
            </p:cNvPr>
            <p:cNvSpPr/>
            <p:nvPr/>
          </p:nvSpPr>
          <p:spPr>
            <a:xfrm>
              <a:off x="1048287" y="3785639"/>
              <a:ext cx="176094" cy="352188"/>
            </a:xfrm>
            <a:custGeom>
              <a:avLst/>
              <a:gdLst>
                <a:gd name="connsiteX0" fmla="*/ 166651 w 176094"/>
                <a:gd name="connsiteY0" fmla="*/ 0 h 352188"/>
                <a:gd name="connsiteX1" fmla="*/ 176094 w 176094"/>
                <a:gd name="connsiteY1" fmla="*/ 9443 h 352188"/>
                <a:gd name="connsiteX2" fmla="*/ 176094 w 176094"/>
                <a:gd name="connsiteY2" fmla="*/ 342746 h 352188"/>
                <a:gd name="connsiteX3" fmla="*/ 166651 w 176094"/>
                <a:gd name="connsiteY3" fmla="*/ 352189 h 352188"/>
                <a:gd name="connsiteX4" fmla="*/ 9443 w 176094"/>
                <a:gd name="connsiteY4" fmla="*/ 352189 h 352188"/>
                <a:gd name="connsiteX5" fmla="*/ 0 w 176094"/>
                <a:gd name="connsiteY5" fmla="*/ 342746 h 352188"/>
                <a:gd name="connsiteX6" fmla="*/ 0 w 176094"/>
                <a:gd name="connsiteY6" fmla="*/ 9444 h 352188"/>
                <a:gd name="connsiteX7" fmla="*/ 9443 w 176094"/>
                <a:gd name="connsiteY7" fmla="*/ 0 h 35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094" h="352188">
                  <a:moveTo>
                    <a:pt x="166651" y="0"/>
                  </a:moveTo>
                  <a:cubicBezTo>
                    <a:pt x="171866" y="0"/>
                    <a:pt x="176094" y="4228"/>
                    <a:pt x="176094" y="9443"/>
                  </a:cubicBezTo>
                  <a:lnTo>
                    <a:pt x="176094" y="342746"/>
                  </a:lnTo>
                  <a:cubicBezTo>
                    <a:pt x="176094" y="347961"/>
                    <a:pt x="171866" y="352189"/>
                    <a:pt x="166651" y="352189"/>
                  </a:cubicBezTo>
                  <a:lnTo>
                    <a:pt x="9443" y="352189"/>
                  </a:lnTo>
                  <a:cubicBezTo>
                    <a:pt x="4228" y="352189"/>
                    <a:pt x="0" y="347961"/>
                    <a:pt x="0" y="342746"/>
                  </a:cubicBezTo>
                  <a:lnTo>
                    <a:pt x="0" y="9444"/>
                  </a:lnTo>
                  <a:cubicBezTo>
                    <a:pt x="0" y="4228"/>
                    <a:pt x="4228" y="0"/>
                    <a:pt x="9443" y="0"/>
                  </a:cubicBez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A7C3D632-BD99-1598-FCB8-629296300F20}"/>
                </a:ext>
              </a:extLst>
            </p:cNvPr>
            <p:cNvSpPr/>
            <p:nvPr/>
          </p:nvSpPr>
          <p:spPr>
            <a:xfrm>
              <a:off x="1232684" y="2994250"/>
              <a:ext cx="445416" cy="789147"/>
            </a:xfrm>
            <a:custGeom>
              <a:avLst/>
              <a:gdLst>
                <a:gd name="connsiteX0" fmla="*/ 289 w 445416"/>
                <a:gd name="connsiteY0" fmla="*/ 703651 h 789147"/>
                <a:gd name="connsiteX1" fmla="*/ 159780 w 445416"/>
                <a:gd name="connsiteY1" fmla="*/ 438001 h 789147"/>
                <a:gd name="connsiteX2" fmla="*/ 157923 w 445416"/>
                <a:gd name="connsiteY2" fmla="*/ 281528 h 789147"/>
                <a:gd name="connsiteX3" fmla="*/ 435300 w 445416"/>
                <a:gd name="connsiteY3" fmla="*/ 31900 h 789147"/>
                <a:gd name="connsiteX4" fmla="*/ 374383 w 445416"/>
                <a:gd name="connsiteY4" fmla="*/ 522371 h 789147"/>
                <a:gd name="connsiteX5" fmla="*/ 130405 w 445416"/>
                <a:gd name="connsiteY5" fmla="*/ 786629 h 789147"/>
                <a:gd name="connsiteX6" fmla="*/ 250 w 445416"/>
                <a:gd name="connsiteY6" fmla="*/ 703613 h 789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5416" h="789147">
                  <a:moveTo>
                    <a:pt x="289" y="703651"/>
                  </a:moveTo>
                  <a:cubicBezTo>
                    <a:pt x="6559" y="681707"/>
                    <a:pt x="148247" y="482702"/>
                    <a:pt x="159780" y="438001"/>
                  </a:cubicBezTo>
                  <a:cubicBezTo>
                    <a:pt x="171313" y="393300"/>
                    <a:pt x="157923" y="281528"/>
                    <a:pt x="157923" y="281528"/>
                  </a:cubicBezTo>
                  <a:cubicBezTo>
                    <a:pt x="157923" y="281528"/>
                    <a:pt x="400778" y="-112768"/>
                    <a:pt x="435300" y="31900"/>
                  </a:cubicBezTo>
                  <a:cubicBezTo>
                    <a:pt x="469822" y="176568"/>
                    <a:pt x="407589" y="451392"/>
                    <a:pt x="374383" y="522371"/>
                  </a:cubicBezTo>
                  <a:cubicBezTo>
                    <a:pt x="341177" y="593389"/>
                    <a:pt x="153549" y="769135"/>
                    <a:pt x="130405" y="786629"/>
                  </a:cubicBezTo>
                  <a:cubicBezTo>
                    <a:pt x="107300" y="804122"/>
                    <a:pt x="-6019" y="725557"/>
                    <a:pt x="250" y="703613"/>
                  </a:cubicBezTo>
                  <a:close/>
                </a:path>
              </a:pathLst>
            </a:custGeom>
            <a:gradFill>
              <a:gsLst>
                <a:gs pos="0">
                  <a:srgbClr val="FFDDB7"/>
                </a:gs>
                <a:gs pos="50000">
                  <a:srgbClr val="FBAFA0"/>
                </a:gs>
                <a:gs pos="100000">
                  <a:srgbClr val="F88189"/>
                </a:gs>
              </a:gsLst>
              <a:lin ang="568726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E971FDCC-D5F5-6CEA-E7BA-0D90C6C2C73A}"/>
                </a:ext>
              </a:extLst>
            </p:cNvPr>
            <p:cNvSpPr/>
            <p:nvPr/>
          </p:nvSpPr>
          <p:spPr>
            <a:xfrm>
              <a:off x="1169935" y="3951980"/>
              <a:ext cx="54445" cy="68141"/>
            </a:xfrm>
            <a:custGeom>
              <a:avLst/>
              <a:gdLst>
                <a:gd name="connsiteX0" fmla="*/ 54446 w 54445"/>
                <a:gd name="connsiteY0" fmla="*/ 50119 h 68141"/>
                <a:gd name="connsiteX1" fmla="*/ 14467 w 54445"/>
                <a:gd name="connsiteY1" fmla="*/ 67922 h 68141"/>
                <a:gd name="connsiteX2" fmla="*/ 10906 w 54445"/>
                <a:gd name="connsiteY2" fmla="*/ 30845 h 68141"/>
                <a:gd name="connsiteX3" fmla="*/ 54407 w 54445"/>
                <a:gd name="connsiteY3" fmla="*/ 0 h 68141"/>
                <a:gd name="connsiteX4" fmla="*/ 54407 w 54445"/>
                <a:gd name="connsiteY4" fmla="*/ 50119 h 68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45" h="68141">
                  <a:moveTo>
                    <a:pt x="54446" y="50119"/>
                  </a:moveTo>
                  <a:cubicBezTo>
                    <a:pt x="54446" y="50119"/>
                    <a:pt x="22478" y="65252"/>
                    <a:pt x="14467" y="67922"/>
                  </a:cubicBezTo>
                  <a:cubicBezTo>
                    <a:pt x="6455" y="70592"/>
                    <a:pt x="-11618" y="48339"/>
                    <a:pt x="10906" y="30845"/>
                  </a:cubicBezTo>
                  <a:cubicBezTo>
                    <a:pt x="33431" y="13352"/>
                    <a:pt x="54407" y="0"/>
                    <a:pt x="54407" y="0"/>
                  </a:cubicBezTo>
                  <a:lnTo>
                    <a:pt x="54407" y="50119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8856A9C3-6EC1-E58D-FC56-34A3BD1A8053}"/>
                </a:ext>
              </a:extLst>
            </p:cNvPr>
            <p:cNvSpPr/>
            <p:nvPr/>
          </p:nvSpPr>
          <p:spPr>
            <a:xfrm>
              <a:off x="411832" y="2612187"/>
              <a:ext cx="183383" cy="170473"/>
            </a:xfrm>
            <a:custGeom>
              <a:avLst/>
              <a:gdLst>
                <a:gd name="connsiteX0" fmla="*/ 182906 w 183383"/>
                <a:gd name="connsiteY0" fmla="*/ 153227 h 170473"/>
                <a:gd name="connsiteX1" fmla="*/ 0 w 183383"/>
                <a:gd name="connsiteY1" fmla="*/ 111545 h 170473"/>
                <a:gd name="connsiteX2" fmla="*/ 18848 w 183383"/>
                <a:gd name="connsiteY2" fmla="*/ 32941 h 170473"/>
                <a:gd name="connsiteX3" fmla="*/ 74579 w 183383"/>
                <a:gd name="connsiteY3" fmla="*/ 238 h 170473"/>
                <a:gd name="connsiteX4" fmla="*/ 129265 w 183383"/>
                <a:gd name="connsiteY4" fmla="*/ 34760 h 170473"/>
                <a:gd name="connsiteX5" fmla="*/ 173772 w 183383"/>
                <a:gd name="connsiteY5" fmla="*/ 64754 h 170473"/>
                <a:gd name="connsiteX6" fmla="*/ 182906 w 183383"/>
                <a:gd name="connsiteY6" fmla="*/ 153189 h 170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3383" h="170473">
                  <a:moveTo>
                    <a:pt x="182906" y="153227"/>
                  </a:moveTo>
                  <a:cubicBezTo>
                    <a:pt x="194245" y="209036"/>
                    <a:pt x="0" y="111545"/>
                    <a:pt x="0" y="111545"/>
                  </a:cubicBezTo>
                  <a:cubicBezTo>
                    <a:pt x="0" y="111545"/>
                    <a:pt x="4219" y="55040"/>
                    <a:pt x="18848" y="32941"/>
                  </a:cubicBezTo>
                  <a:cubicBezTo>
                    <a:pt x="33477" y="10842"/>
                    <a:pt x="45978" y="-1929"/>
                    <a:pt x="74579" y="238"/>
                  </a:cubicBezTo>
                  <a:cubicBezTo>
                    <a:pt x="88589" y="1283"/>
                    <a:pt x="119241" y="14016"/>
                    <a:pt x="129265" y="34760"/>
                  </a:cubicBezTo>
                  <a:cubicBezTo>
                    <a:pt x="139289" y="55504"/>
                    <a:pt x="168973" y="48848"/>
                    <a:pt x="173772" y="64754"/>
                  </a:cubicBezTo>
                  <a:cubicBezTo>
                    <a:pt x="183177" y="95948"/>
                    <a:pt x="171605" y="97380"/>
                    <a:pt x="182906" y="153189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D720F5F-E3D4-4DA2-6451-89E14FEC7186}"/>
                </a:ext>
              </a:extLst>
            </p:cNvPr>
            <p:cNvSpPr/>
            <p:nvPr/>
          </p:nvSpPr>
          <p:spPr>
            <a:xfrm>
              <a:off x="388281" y="2689767"/>
              <a:ext cx="318504" cy="429918"/>
            </a:xfrm>
            <a:custGeom>
              <a:avLst/>
              <a:gdLst>
                <a:gd name="connsiteX0" fmla="*/ 45418 w 318504"/>
                <a:gd name="connsiteY0" fmla="*/ 417038 h 429918"/>
                <a:gd name="connsiteX1" fmla="*/ 1027 w 318504"/>
                <a:gd name="connsiteY1" fmla="*/ 148678 h 429918"/>
                <a:gd name="connsiteX2" fmla="*/ 17939 w 318504"/>
                <a:gd name="connsiteY2" fmla="*/ 24174 h 429918"/>
                <a:gd name="connsiteX3" fmla="*/ 107457 w 318504"/>
                <a:gd name="connsiteY3" fmla="*/ 450 h 429918"/>
                <a:gd name="connsiteX4" fmla="*/ 198175 w 318504"/>
                <a:gd name="connsiteY4" fmla="*/ 35437 h 429918"/>
                <a:gd name="connsiteX5" fmla="*/ 304296 w 318504"/>
                <a:gd name="connsiteY5" fmla="*/ 191096 h 429918"/>
                <a:gd name="connsiteX6" fmla="*/ 45379 w 318504"/>
                <a:gd name="connsiteY6" fmla="*/ 417038 h 429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8504" h="429918">
                  <a:moveTo>
                    <a:pt x="45418" y="417038"/>
                  </a:moveTo>
                  <a:cubicBezTo>
                    <a:pt x="949" y="345014"/>
                    <a:pt x="-2495" y="242957"/>
                    <a:pt x="1027" y="148678"/>
                  </a:cubicBezTo>
                  <a:cubicBezTo>
                    <a:pt x="2729" y="104016"/>
                    <a:pt x="5748" y="49834"/>
                    <a:pt x="17939" y="24174"/>
                  </a:cubicBezTo>
                  <a:cubicBezTo>
                    <a:pt x="24286" y="10783"/>
                    <a:pt x="68445" y="-2646"/>
                    <a:pt x="107457" y="450"/>
                  </a:cubicBezTo>
                  <a:cubicBezTo>
                    <a:pt x="151539" y="3972"/>
                    <a:pt x="191015" y="25529"/>
                    <a:pt x="198175" y="35437"/>
                  </a:cubicBezTo>
                  <a:cubicBezTo>
                    <a:pt x="211643" y="54091"/>
                    <a:pt x="250190" y="160483"/>
                    <a:pt x="304296" y="191096"/>
                  </a:cubicBezTo>
                  <a:cubicBezTo>
                    <a:pt x="386112" y="237345"/>
                    <a:pt x="89848" y="489102"/>
                    <a:pt x="45379" y="417038"/>
                  </a:cubicBezTo>
                  <a:close/>
                </a:path>
              </a:pathLst>
            </a:custGeom>
            <a:gradFill>
              <a:gsLst>
                <a:gs pos="0">
                  <a:srgbClr val="FFDDB7"/>
                </a:gs>
                <a:gs pos="50000">
                  <a:srgbClr val="FBAFA0"/>
                </a:gs>
                <a:gs pos="100000">
                  <a:srgbClr val="F88189"/>
                </a:gs>
              </a:gsLst>
              <a:lin ang="568817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1296D6DB-C792-A6EE-EE9F-431E65E748CC}"/>
                </a:ext>
              </a:extLst>
            </p:cNvPr>
            <p:cNvSpPr/>
            <p:nvPr/>
          </p:nvSpPr>
          <p:spPr>
            <a:xfrm>
              <a:off x="565125" y="2929666"/>
              <a:ext cx="985785" cy="320584"/>
            </a:xfrm>
            <a:custGeom>
              <a:avLst/>
              <a:gdLst>
                <a:gd name="connsiteX0" fmla="*/ 509 w 985785"/>
                <a:gd name="connsiteY0" fmla="*/ 136270 h 320584"/>
                <a:gd name="connsiteX1" fmla="*/ 447130 w 985785"/>
                <a:gd name="connsiteY1" fmla="*/ 0 h 320584"/>
                <a:gd name="connsiteX2" fmla="*/ 985785 w 985785"/>
                <a:gd name="connsiteY2" fmla="*/ 192465 h 320584"/>
                <a:gd name="connsiteX3" fmla="*/ 494811 w 985785"/>
                <a:gd name="connsiteY3" fmla="*/ 320569 h 320584"/>
                <a:gd name="connsiteX4" fmla="*/ 509 w 985785"/>
                <a:gd name="connsiteY4" fmla="*/ 136270 h 320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785" h="320584">
                  <a:moveTo>
                    <a:pt x="509" y="136270"/>
                  </a:moveTo>
                  <a:cubicBezTo>
                    <a:pt x="-11334" y="18693"/>
                    <a:pt x="184963" y="0"/>
                    <a:pt x="447130" y="0"/>
                  </a:cubicBezTo>
                  <a:cubicBezTo>
                    <a:pt x="709298" y="0"/>
                    <a:pt x="985243" y="60027"/>
                    <a:pt x="985785" y="192465"/>
                  </a:cubicBezTo>
                  <a:cubicBezTo>
                    <a:pt x="986327" y="324865"/>
                    <a:pt x="641453" y="320569"/>
                    <a:pt x="494811" y="320569"/>
                  </a:cubicBezTo>
                  <a:cubicBezTo>
                    <a:pt x="348169" y="320569"/>
                    <a:pt x="12390" y="253808"/>
                    <a:pt x="509" y="136270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5C0E711-ACD8-7284-5203-2EA89A2DBEEA}"/>
                </a:ext>
              </a:extLst>
            </p:cNvPr>
            <p:cNvSpPr/>
            <p:nvPr/>
          </p:nvSpPr>
          <p:spPr>
            <a:xfrm>
              <a:off x="768102" y="2850723"/>
              <a:ext cx="607050" cy="625971"/>
            </a:xfrm>
            <a:custGeom>
              <a:avLst/>
              <a:gdLst>
                <a:gd name="connsiteX0" fmla="*/ 201078 w 607050"/>
                <a:gd name="connsiteY0" fmla="*/ 535356 h 625971"/>
                <a:gd name="connsiteX1" fmla="*/ 43715 w 607050"/>
                <a:gd name="connsiteY1" fmla="*/ 389411 h 625971"/>
                <a:gd name="connsiteX2" fmla="*/ 6523 w 607050"/>
                <a:gd name="connsiteY2" fmla="*/ 252134 h 625971"/>
                <a:gd name="connsiteX3" fmla="*/ 64692 w 607050"/>
                <a:gd name="connsiteY3" fmla="*/ 115323 h 625971"/>
                <a:gd name="connsiteX4" fmla="*/ 202355 w 607050"/>
                <a:gd name="connsiteY4" fmla="*/ 9898 h 625971"/>
                <a:gd name="connsiteX5" fmla="*/ 335529 w 607050"/>
                <a:gd name="connsiteY5" fmla="*/ 26153 h 625971"/>
                <a:gd name="connsiteX6" fmla="*/ 525556 w 607050"/>
                <a:gd name="connsiteY6" fmla="*/ 53013 h 625971"/>
                <a:gd name="connsiteX7" fmla="*/ 570063 w 607050"/>
                <a:gd name="connsiteY7" fmla="*/ 185064 h 625971"/>
                <a:gd name="connsiteX8" fmla="*/ 591310 w 607050"/>
                <a:gd name="connsiteY8" fmla="*/ 352295 h 625971"/>
                <a:gd name="connsiteX9" fmla="*/ 528729 w 607050"/>
                <a:gd name="connsiteY9" fmla="*/ 416154 h 625971"/>
                <a:gd name="connsiteX10" fmla="*/ 448693 w 607050"/>
                <a:gd name="connsiteY10" fmla="*/ 547779 h 625971"/>
                <a:gd name="connsiteX11" fmla="*/ 289976 w 607050"/>
                <a:gd name="connsiteY11" fmla="*/ 625686 h 625971"/>
                <a:gd name="connsiteX12" fmla="*/ 201039 w 607050"/>
                <a:gd name="connsiteY12" fmla="*/ 535278 h 625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7050" h="625971">
                  <a:moveTo>
                    <a:pt x="201078" y="535356"/>
                  </a:moveTo>
                  <a:cubicBezTo>
                    <a:pt x="31873" y="519101"/>
                    <a:pt x="51185" y="429080"/>
                    <a:pt x="43715" y="389411"/>
                  </a:cubicBezTo>
                  <a:cubicBezTo>
                    <a:pt x="36246" y="349741"/>
                    <a:pt x="-18556" y="310768"/>
                    <a:pt x="6523" y="252134"/>
                  </a:cubicBezTo>
                  <a:cubicBezTo>
                    <a:pt x="31640" y="193501"/>
                    <a:pt x="60125" y="203292"/>
                    <a:pt x="64692" y="115323"/>
                  </a:cubicBezTo>
                  <a:cubicBezTo>
                    <a:pt x="69259" y="27392"/>
                    <a:pt x="134781" y="-8408"/>
                    <a:pt x="202355" y="9898"/>
                  </a:cubicBezTo>
                  <a:cubicBezTo>
                    <a:pt x="269967" y="28204"/>
                    <a:pt x="268729" y="59127"/>
                    <a:pt x="335529" y="26153"/>
                  </a:cubicBezTo>
                  <a:cubicBezTo>
                    <a:pt x="402328" y="-6821"/>
                    <a:pt x="508449" y="-19051"/>
                    <a:pt x="525556" y="53013"/>
                  </a:cubicBezTo>
                  <a:cubicBezTo>
                    <a:pt x="542662" y="125076"/>
                    <a:pt x="526988" y="145549"/>
                    <a:pt x="570063" y="185064"/>
                  </a:cubicBezTo>
                  <a:cubicBezTo>
                    <a:pt x="613100" y="224578"/>
                    <a:pt x="616351" y="329345"/>
                    <a:pt x="591310" y="352295"/>
                  </a:cubicBezTo>
                  <a:cubicBezTo>
                    <a:pt x="566270" y="375284"/>
                    <a:pt x="528729" y="373427"/>
                    <a:pt x="528729" y="416154"/>
                  </a:cubicBezTo>
                  <a:cubicBezTo>
                    <a:pt x="528729" y="458881"/>
                    <a:pt x="530935" y="534891"/>
                    <a:pt x="448693" y="547779"/>
                  </a:cubicBezTo>
                  <a:cubicBezTo>
                    <a:pt x="366413" y="560667"/>
                    <a:pt x="346365" y="630989"/>
                    <a:pt x="289976" y="625686"/>
                  </a:cubicBezTo>
                  <a:cubicBezTo>
                    <a:pt x="246127" y="621584"/>
                    <a:pt x="201039" y="535278"/>
                    <a:pt x="201039" y="535278"/>
                  </a:cubicBez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CB3BB74-16D6-570A-0E20-44A785A6A24E}"/>
                </a:ext>
              </a:extLst>
            </p:cNvPr>
            <p:cNvSpPr/>
            <p:nvPr/>
          </p:nvSpPr>
          <p:spPr>
            <a:xfrm>
              <a:off x="839054" y="2964860"/>
              <a:ext cx="244188" cy="396748"/>
            </a:xfrm>
            <a:custGeom>
              <a:avLst/>
              <a:gdLst>
                <a:gd name="connsiteX0" fmla="*/ 11195 w 244188"/>
                <a:gd name="connsiteY0" fmla="*/ 133276 h 396748"/>
                <a:gd name="connsiteX1" fmla="*/ 35229 w 244188"/>
                <a:gd name="connsiteY1" fmla="*/ 251278 h 396748"/>
                <a:gd name="connsiteX2" fmla="*/ 77917 w 244188"/>
                <a:gd name="connsiteY2" fmla="*/ 347337 h 396748"/>
                <a:gd name="connsiteX3" fmla="*/ 205982 w 244188"/>
                <a:gd name="connsiteY3" fmla="*/ 392695 h 396748"/>
                <a:gd name="connsiteX4" fmla="*/ 195919 w 244188"/>
                <a:gd name="connsiteY4" fmla="*/ 123794 h 396748"/>
                <a:gd name="connsiteX5" fmla="*/ 66074 w 244188"/>
                <a:gd name="connsiteY5" fmla="*/ 2231 h 396748"/>
                <a:gd name="connsiteX6" fmla="*/ 11233 w 244188"/>
                <a:gd name="connsiteY6" fmla="*/ 133276 h 39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188" h="396748">
                  <a:moveTo>
                    <a:pt x="11195" y="133276"/>
                  </a:moveTo>
                  <a:cubicBezTo>
                    <a:pt x="-24063" y="187226"/>
                    <a:pt x="35229" y="227554"/>
                    <a:pt x="35229" y="251278"/>
                  </a:cubicBezTo>
                  <a:cubicBezTo>
                    <a:pt x="35229" y="275002"/>
                    <a:pt x="11504" y="345092"/>
                    <a:pt x="77917" y="347337"/>
                  </a:cubicBezTo>
                  <a:cubicBezTo>
                    <a:pt x="144330" y="349543"/>
                    <a:pt x="157411" y="413169"/>
                    <a:pt x="205982" y="392695"/>
                  </a:cubicBezTo>
                  <a:cubicBezTo>
                    <a:pt x="254553" y="372222"/>
                    <a:pt x="262642" y="213776"/>
                    <a:pt x="195919" y="123794"/>
                  </a:cubicBezTo>
                  <a:cubicBezTo>
                    <a:pt x="129197" y="33811"/>
                    <a:pt x="120025" y="-10812"/>
                    <a:pt x="66074" y="2231"/>
                  </a:cubicBezTo>
                  <a:cubicBezTo>
                    <a:pt x="12124" y="15273"/>
                    <a:pt x="46491" y="79325"/>
                    <a:pt x="11233" y="133276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C2428478-4AB3-E7CA-796D-2C06001A5325}"/>
                </a:ext>
              </a:extLst>
            </p:cNvPr>
            <p:cNvSpPr/>
            <p:nvPr/>
          </p:nvSpPr>
          <p:spPr>
            <a:xfrm>
              <a:off x="1068842" y="3810531"/>
              <a:ext cx="32622" cy="158379"/>
            </a:xfrm>
            <a:custGeom>
              <a:avLst/>
              <a:gdLst>
                <a:gd name="connsiteX0" fmla="*/ 1544 w 32622"/>
                <a:gd name="connsiteY0" fmla="*/ 146597 h 158379"/>
                <a:gd name="connsiteX1" fmla="*/ 460 w 32622"/>
                <a:gd name="connsiteY1" fmla="*/ 18183 h 158379"/>
                <a:gd name="connsiteX2" fmla="*/ 24958 w 32622"/>
                <a:gd name="connsiteY2" fmla="*/ 19847 h 158379"/>
                <a:gd name="connsiteX3" fmla="*/ 32621 w 32622"/>
                <a:gd name="connsiteY3" fmla="*/ 120318 h 158379"/>
                <a:gd name="connsiteX4" fmla="*/ 1544 w 32622"/>
                <a:gd name="connsiteY4" fmla="*/ 146558 h 158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2" h="158379">
                  <a:moveTo>
                    <a:pt x="1544" y="146597"/>
                  </a:moveTo>
                  <a:cubicBezTo>
                    <a:pt x="-933" y="119234"/>
                    <a:pt x="267" y="29058"/>
                    <a:pt x="460" y="18183"/>
                  </a:cubicBezTo>
                  <a:cubicBezTo>
                    <a:pt x="847" y="-4883"/>
                    <a:pt x="17760" y="-7786"/>
                    <a:pt x="24958" y="19847"/>
                  </a:cubicBezTo>
                  <a:cubicBezTo>
                    <a:pt x="29641" y="37805"/>
                    <a:pt x="32389" y="91640"/>
                    <a:pt x="32621" y="120318"/>
                  </a:cubicBezTo>
                  <a:cubicBezTo>
                    <a:pt x="32854" y="148996"/>
                    <a:pt x="4021" y="173920"/>
                    <a:pt x="1544" y="146558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5E092BD2-C8F0-E5A2-B76F-4B9933508F37}"/>
                </a:ext>
              </a:extLst>
            </p:cNvPr>
            <p:cNvSpPr/>
            <p:nvPr/>
          </p:nvSpPr>
          <p:spPr>
            <a:xfrm>
              <a:off x="1070968" y="3980153"/>
              <a:ext cx="94737" cy="129019"/>
            </a:xfrm>
            <a:custGeom>
              <a:avLst/>
              <a:gdLst>
                <a:gd name="connsiteX0" fmla="*/ 153 w 94737"/>
                <a:gd name="connsiteY0" fmla="*/ 40252 h 129019"/>
                <a:gd name="connsiteX1" fmla="*/ 4255 w 94737"/>
                <a:gd name="connsiteY1" fmla="*/ 121294 h 129019"/>
                <a:gd name="connsiteX2" fmla="*/ 47369 w 94737"/>
                <a:gd name="connsiteY2" fmla="*/ 128957 h 129019"/>
                <a:gd name="connsiteX3" fmla="*/ 94547 w 94737"/>
                <a:gd name="connsiteY3" fmla="*/ 109916 h 129019"/>
                <a:gd name="connsiteX4" fmla="*/ 58980 w 94737"/>
                <a:gd name="connsiteY4" fmla="*/ 51205 h 129019"/>
                <a:gd name="connsiteX5" fmla="*/ 39629 w 94737"/>
                <a:gd name="connsiteY5" fmla="*/ 273 h 129019"/>
                <a:gd name="connsiteX6" fmla="*/ 153 w 94737"/>
                <a:gd name="connsiteY6" fmla="*/ 40213 h 12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737" h="129019">
                  <a:moveTo>
                    <a:pt x="153" y="40252"/>
                  </a:moveTo>
                  <a:cubicBezTo>
                    <a:pt x="-737" y="56236"/>
                    <a:pt x="2475" y="114715"/>
                    <a:pt x="4255" y="121294"/>
                  </a:cubicBezTo>
                  <a:cubicBezTo>
                    <a:pt x="6268" y="128686"/>
                    <a:pt x="26664" y="129267"/>
                    <a:pt x="47369" y="128957"/>
                  </a:cubicBezTo>
                  <a:cubicBezTo>
                    <a:pt x="69662" y="128609"/>
                    <a:pt x="91993" y="127719"/>
                    <a:pt x="94547" y="109916"/>
                  </a:cubicBezTo>
                  <a:cubicBezTo>
                    <a:pt x="97101" y="92113"/>
                    <a:pt x="73416" y="76787"/>
                    <a:pt x="58980" y="51205"/>
                  </a:cubicBezTo>
                  <a:cubicBezTo>
                    <a:pt x="44544" y="25623"/>
                    <a:pt x="48066" y="3562"/>
                    <a:pt x="39629" y="273"/>
                  </a:cubicBezTo>
                  <a:cubicBezTo>
                    <a:pt x="31231" y="-3017"/>
                    <a:pt x="1043" y="24230"/>
                    <a:pt x="153" y="40213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AFB34CB0-20C7-8AD3-984B-602E59DD517C}"/>
              </a:ext>
            </a:extLst>
          </p:cNvPr>
          <p:cNvGrpSpPr/>
          <p:nvPr/>
        </p:nvGrpSpPr>
        <p:grpSpPr>
          <a:xfrm>
            <a:off x="8157430" y="107721"/>
            <a:ext cx="1526791" cy="1764915"/>
            <a:chOff x="8157430" y="107721"/>
            <a:chExt cx="1526791" cy="1764915"/>
          </a:xfrm>
        </p:grpSpPr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21102FC4-89BC-E4DD-E760-766B9B69E3D5}"/>
                </a:ext>
              </a:extLst>
            </p:cNvPr>
            <p:cNvSpPr/>
            <p:nvPr/>
          </p:nvSpPr>
          <p:spPr>
            <a:xfrm>
              <a:off x="8638023" y="1446333"/>
              <a:ext cx="194489" cy="424827"/>
            </a:xfrm>
            <a:custGeom>
              <a:avLst/>
              <a:gdLst>
                <a:gd name="connsiteX0" fmla="*/ 30965 w 194489"/>
                <a:gd name="connsiteY0" fmla="*/ 14668 h 424827"/>
                <a:gd name="connsiteX1" fmla="*/ 13007 w 194489"/>
                <a:gd name="connsiteY1" fmla="*/ 165722 h 424827"/>
                <a:gd name="connsiteX2" fmla="*/ 467 w 194489"/>
                <a:gd name="connsiteY2" fmla="*/ 303192 h 424827"/>
                <a:gd name="connsiteX3" fmla="*/ 123811 w 194489"/>
                <a:gd name="connsiteY3" fmla="*/ 424445 h 424827"/>
                <a:gd name="connsiteX4" fmla="*/ 194365 w 194489"/>
                <a:gd name="connsiteY4" fmla="*/ 311551 h 424827"/>
                <a:gd name="connsiteX5" fmla="*/ 176678 w 194489"/>
                <a:gd name="connsiteY5" fmla="*/ 209610 h 424827"/>
                <a:gd name="connsiteX6" fmla="*/ 181826 w 194489"/>
                <a:gd name="connsiteY6" fmla="*/ 66916 h 424827"/>
                <a:gd name="connsiteX7" fmla="*/ 161971 w 194489"/>
                <a:gd name="connsiteY7" fmla="*/ 0 h 424827"/>
                <a:gd name="connsiteX8" fmla="*/ 30965 w 194489"/>
                <a:gd name="connsiteY8" fmla="*/ 14629 h 424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489" h="424827">
                  <a:moveTo>
                    <a:pt x="30965" y="14668"/>
                  </a:moveTo>
                  <a:cubicBezTo>
                    <a:pt x="21367" y="65910"/>
                    <a:pt x="15097" y="127059"/>
                    <a:pt x="13007" y="165722"/>
                  </a:cubicBezTo>
                  <a:cubicBezTo>
                    <a:pt x="10917" y="204385"/>
                    <a:pt x="-2668" y="247770"/>
                    <a:pt x="467" y="303192"/>
                  </a:cubicBezTo>
                  <a:cubicBezTo>
                    <a:pt x="3603" y="358613"/>
                    <a:pt x="64752" y="430715"/>
                    <a:pt x="123811" y="424445"/>
                  </a:cubicBezTo>
                  <a:cubicBezTo>
                    <a:pt x="182871" y="418176"/>
                    <a:pt x="195951" y="338720"/>
                    <a:pt x="194365" y="311551"/>
                  </a:cubicBezTo>
                  <a:cubicBezTo>
                    <a:pt x="192778" y="284383"/>
                    <a:pt x="177297" y="252492"/>
                    <a:pt x="176678" y="209610"/>
                  </a:cubicBezTo>
                  <a:cubicBezTo>
                    <a:pt x="176059" y="166767"/>
                    <a:pt x="186508" y="111346"/>
                    <a:pt x="181826" y="66916"/>
                  </a:cubicBezTo>
                  <a:cubicBezTo>
                    <a:pt x="177104" y="22486"/>
                    <a:pt x="161971" y="0"/>
                    <a:pt x="161971" y="0"/>
                  </a:cubicBezTo>
                  <a:lnTo>
                    <a:pt x="30965" y="14629"/>
                  </a:ln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F796E267-CD93-BCB0-ED3E-D655E5FB2D21}"/>
                </a:ext>
              </a:extLst>
            </p:cNvPr>
            <p:cNvSpPr/>
            <p:nvPr/>
          </p:nvSpPr>
          <p:spPr>
            <a:xfrm>
              <a:off x="8606609" y="1117482"/>
              <a:ext cx="241530" cy="390851"/>
            </a:xfrm>
            <a:custGeom>
              <a:avLst/>
              <a:gdLst>
                <a:gd name="connsiteX0" fmla="*/ 10827 w 241530"/>
                <a:gd name="connsiteY0" fmla="*/ 9676 h 390851"/>
                <a:gd name="connsiteX1" fmla="*/ 3241 w 241530"/>
                <a:gd name="connsiteY1" fmla="*/ 181822 h 390851"/>
                <a:gd name="connsiteX2" fmla="*/ 62417 w 241530"/>
                <a:gd name="connsiteY2" fmla="*/ 305862 h 390851"/>
                <a:gd name="connsiteX3" fmla="*/ 62417 w 241530"/>
                <a:gd name="connsiteY3" fmla="*/ 343481 h 390851"/>
                <a:gd name="connsiteX4" fmla="*/ 134209 w 241530"/>
                <a:gd name="connsiteY4" fmla="*/ 390852 h 390851"/>
                <a:gd name="connsiteX5" fmla="*/ 193462 w 241530"/>
                <a:gd name="connsiteY5" fmla="*/ 328813 h 390851"/>
                <a:gd name="connsiteX6" fmla="*/ 200622 w 241530"/>
                <a:gd name="connsiteY6" fmla="*/ 238946 h 390851"/>
                <a:gd name="connsiteX7" fmla="*/ 230500 w 241530"/>
                <a:gd name="connsiteY7" fmla="*/ 92962 h 390851"/>
                <a:gd name="connsiteX8" fmla="*/ 241530 w 241530"/>
                <a:gd name="connsiteY8" fmla="*/ 0 h 390851"/>
                <a:gd name="connsiteX9" fmla="*/ 10866 w 241530"/>
                <a:gd name="connsiteY9" fmla="*/ 9598 h 390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1530" h="390851">
                  <a:moveTo>
                    <a:pt x="10827" y="9676"/>
                  </a:moveTo>
                  <a:cubicBezTo>
                    <a:pt x="10827" y="9676"/>
                    <a:pt x="-7169" y="119086"/>
                    <a:pt x="3241" y="181822"/>
                  </a:cubicBezTo>
                  <a:cubicBezTo>
                    <a:pt x="13613" y="244558"/>
                    <a:pt x="58237" y="286356"/>
                    <a:pt x="62417" y="305862"/>
                  </a:cubicBezTo>
                  <a:cubicBezTo>
                    <a:pt x="66596" y="325368"/>
                    <a:pt x="62417" y="343481"/>
                    <a:pt x="62417" y="343481"/>
                  </a:cubicBezTo>
                  <a:cubicBezTo>
                    <a:pt x="62417" y="343481"/>
                    <a:pt x="74259" y="390852"/>
                    <a:pt x="134209" y="390852"/>
                  </a:cubicBezTo>
                  <a:cubicBezTo>
                    <a:pt x="194159" y="390852"/>
                    <a:pt x="193462" y="328813"/>
                    <a:pt x="193462" y="328813"/>
                  </a:cubicBezTo>
                  <a:cubicBezTo>
                    <a:pt x="193462" y="328813"/>
                    <a:pt x="195049" y="279390"/>
                    <a:pt x="200622" y="238946"/>
                  </a:cubicBezTo>
                  <a:cubicBezTo>
                    <a:pt x="206195" y="198542"/>
                    <a:pt x="226320" y="148732"/>
                    <a:pt x="230500" y="92962"/>
                  </a:cubicBezTo>
                  <a:cubicBezTo>
                    <a:pt x="234680" y="37193"/>
                    <a:pt x="241530" y="0"/>
                    <a:pt x="241530" y="0"/>
                  </a:cubicBezTo>
                  <a:lnTo>
                    <a:pt x="10866" y="9598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D7A936DC-AD0E-3E89-D40D-4D2197F93E48}"/>
                </a:ext>
              </a:extLst>
            </p:cNvPr>
            <p:cNvSpPr/>
            <p:nvPr/>
          </p:nvSpPr>
          <p:spPr>
            <a:xfrm>
              <a:off x="8973054" y="107795"/>
              <a:ext cx="256263" cy="501900"/>
            </a:xfrm>
            <a:custGeom>
              <a:avLst/>
              <a:gdLst>
                <a:gd name="connsiteX0" fmla="*/ 255333 w 256263"/>
                <a:gd name="connsiteY0" fmla="*/ 273419 h 501900"/>
                <a:gd name="connsiteX1" fmla="*/ 221081 w 256263"/>
                <a:gd name="connsiteY1" fmla="*/ 29906 h 501900"/>
                <a:gd name="connsiteX2" fmla="*/ 102808 w 256263"/>
                <a:gd name="connsiteY2" fmla="*/ 23520 h 501900"/>
                <a:gd name="connsiteX3" fmla="*/ 39375 w 256263"/>
                <a:gd name="connsiteY3" fmla="*/ 224384 h 501900"/>
                <a:gd name="connsiteX4" fmla="*/ 4195 w 256263"/>
                <a:gd name="connsiteY4" fmla="*/ 353378 h 501900"/>
                <a:gd name="connsiteX5" fmla="*/ 96112 w 256263"/>
                <a:gd name="connsiteY5" fmla="*/ 499168 h 501900"/>
                <a:gd name="connsiteX6" fmla="*/ 255333 w 256263"/>
                <a:gd name="connsiteY6" fmla="*/ 273458 h 50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63" h="501900">
                  <a:moveTo>
                    <a:pt x="255333" y="273419"/>
                  </a:moveTo>
                  <a:cubicBezTo>
                    <a:pt x="246895" y="163583"/>
                    <a:pt x="238885" y="69189"/>
                    <a:pt x="221081" y="29906"/>
                  </a:cubicBezTo>
                  <a:cubicBezTo>
                    <a:pt x="203278" y="-9377"/>
                    <a:pt x="124675" y="-8332"/>
                    <a:pt x="102808" y="23520"/>
                  </a:cubicBezTo>
                  <a:cubicBezTo>
                    <a:pt x="88875" y="43761"/>
                    <a:pt x="60932" y="135059"/>
                    <a:pt x="39375" y="224384"/>
                  </a:cubicBezTo>
                  <a:cubicBezTo>
                    <a:pt x="27030" y="275470"/>
                    <a:pt x="5550" y="324622"/>
                    <a:pt x="4195" y="353378"/>
                  </a:cubicBezTo>
                  <a:cubicBezTo>
                    <a:pt x="518" y="432446"/>
                    <a:pt x="-22470" y="475095"/>
                    <a:pt x="96112" y="499168"/>
                  </a:cubicBezTo>
                  <a:cubicBezTo>
                    <a:pt x="214696" y="523241"/>
                    <a:pt x="263808" y="383294"/>
                    <a:pt x="255333" y="273458"/>
                  </a:cubicBez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A3324255-BC24-50EA-AE48-19DF980E1B07}"/>
                </a:ext>
              </a:extLst>
            </p:cNvPr>
            <p:cNvSpPr/>
            <p:nvPr/>
          </p:nvSpPr>
          <p:spPr>
            <a:xfrm>
              <a:off x="9059602" y="161287"/>
              <a:ext cx="348555" cy="539451"/>
            </a:xfrm>
            <a:custGeom>
              <a:avLst/>
              <a:gdLst>
                <a:gd name="connsiteX0" fmla="*/ 28644 w 348555"/>
                <a:gd name="connsiteY0" fmla="*/ 539451 h 539451"/>
                <a:gd name="connsiteX1" fmla="*/ 19085 w 348555"/>
                <a:gd name="connsiteY1" fmla="*/ 231499 h 539451"/>
                <a:gd name="connsiteX2" fmla="*/ 2366 w 348555"/>
                <a:gd name="connsiteY2" fmla="*/ 173252 h 539451"/>
                <a:gd name="connsiteX3" fmla="*/ 41377 w 348555"/>
                <a:gd name="connsiteY3" fmla="*/ 21386 h 539451"/>
                <a:gd name="connsiteX4" fmla="*/ 122923 w 348555"/>
                <a:gd name="connsiteY4" fmla="*/ 22702 h 539451"/>
                <a:gd name="connsiteX5" fmla="*/ 144325 w 348555"/>
                <a:gd name="connsiteY5" fmla="*/ 119418 h 539451"/>
                <a:gd name="connsiteX6" fmla="*/ 243944 w 348555"/>
                <a:gd name="connsiteY6" fmla="*/ 204640 h 539451"/>
                <a:gd name="connsiteX7" fmla="*/ 348556 w 348555"/>
                <a:gd name="connsiteY7" fmla="*/ 411657 h 539451"/>
                <a:gd name="connsiteX8" fmla="*/ 28605 w 348555"/>
                <a:gd name="connsiteY8" fmla="*/ 539451 h 539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8555" h="539451">
                  <a:moveTo>
                    <a:pt x="28644" y="539451"/>
                  </a:moveTo>
                  <a:lnTo>
                    <a:pt x="19085" y="231499"/>
                  </a:lnTo>
                  <a:cubicBezTo>
                    <a:pt x="19085" y="231499"/>
                    <a:pt x="-8007" y="229525"/>
                    <a:pt x="2366" y="173252"/>
                  </a:cubicBezTo>
                  <a:cubicBezTo>
                    <a:pt x="12738" y="116980"/>
                    <a:pt x="32979" y="46813"/>
                    <a:pt x="41377" y="21386"/>
                  </a:cubicBezTo>
                  <a:cubicBezTo>
                    <a:pt x="49776" y="-4080"/>
                    <a:pt x="108099" y="-10505"/>
                    <a:pt x="122923" y="22702"/>
                  </a:cubicBezTo>
                  <a:cubicBezTo>
                    <a:pt x="137746" y="55908"/>
                    <a:pt x="129077" y="101383"/>
                    <a:pt x="144325" y="119418"/>
                  </a:cubicBezTo>
                  <a:cubicBezTo>
                    <a:pt x="159612" y="137453"/>
                    <a:pt x="206054" y="146935"/>
                    <a:pt x="243944" y="204640"/>
                  </a:cubicBezTo>
                  <a:cubicBezTo>
                    <a:pt x="281833" y="262345"/>
                    <a:pt x="348556" y="411657"/>
                    <a:pt x="348556" y="411657"/>
                  </a:cubicBezTo>
                  <a:lnTo>
                    <a:pt x="28605" y="539451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38CA6145-C21F-2AFE-155B-8F06F5E3F89D}"/>
                </a:ext>
              </a:extLst>
            </p:cNvPr>
            <p:cNvSpPr/>
            <p:nvPr/>
          </p:nvSpPr>
          <p:spPr>
            <a:xfrm>
              <a:off x="9029845" y="408865"/>
              <a:ext cx="397547" cy="175612"/>
            </a:xfrm>
            <a:custGeom>
              <a:avLst/>
              <a:gdLst>
                <a:gd name="connsiteX0" fmla="*/ 0 w 397547"/>
                <a:gd name="connsiteY0" fmla="*/ 175612 h 175612"/>
                <a:gd name="connsiteX1" fmla="*/ 29723 w 397547"/>
                <a:gd name="connsiteY1" fmla="*/ 38104 h 175612"/>
                <a:gd name="connsiteX2" fmla="*/ 244558 w 397547"/>
                <a:gd name="connsiteY2" fmla="*/ 137 h 175612"/>
                <a:gd name="connsiteX3" fmla="*/ 353659 w 397547"/>
                <a:gd name="connsiteY3" fmla="*/ 27422 h 175612"/>
                <a:gd name="connsiteX4" fmla="*/ 397547 w 397547"/>
                <a:gd name="connsiteY4" fmla="*/ 144921 h 175612"/>
                <a:gd name="connsiteX5" fmla="*/ 0 w 397547"/>
                <a:gd name="connsiteY5" fmla="*/ 175612 h 175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7547" h="175612">
                  <a:moveTo>
                    <a:pt x="0" y="175612"/>
                  </a:moveTo>
                  <a:lnTo>
                    <a:pt x="29723" y="38104"/>
                  </a:lnTo>
                  <a:cubicBezTo>
                    <a:pt x="29723" y="38104"/>
                    <a:pt x="154421" y="3698"/>
                    <a:pt x="244558" y="137"/>
                  </a:cubicBezTo>
                  <a:cubicBezTo>
                    <a:pt x="295916" y="-1875"/>
                    <a:pt x="346770" y="18792"/>
                    <a:pt x="353659" y="27422"/>
                  </a:cubicBezTo>
                  <a:cubicBezTo>
                    <a:pt x="372623" y="51146"/>
                    <a:pt x="397547" y="144921"/>
                    <a:pt x="397547" y="144921"/>
                  </a:cubicBezTo>
                  <a:lnTo>
                    <a:pt x="0" y="175612"/>
                  </a:ln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E4738740-8CB5-47BD-CBB8-08666D3EF8C3}"/>
                </a:ext>
              </a:extLst>
            </p:cNvPr>
            <p:cNvSpPr/>
            <p:nvPr/>
          </p:nvSpPr>
          <p:spPr>
            <a:xfrm>
              <a:off x="8515688" y="844168"/>
              <a:ext cx="375332" cy="380649"/>
            </a:xfrm>
            <a:custGeom>
              <a:avLst/>
              <a:gdLst>
                <a:gd name="connsiteX0" fmla="*/ 0 w 375332"/>
                <a:gd name="connsiteY0" fmla="*/ 39 h 380649"/>
                <a:gd name="connsiteX1" fmla="*/ 54377 w 375332"/>
                <a:gd name="connsiteY1" fmla="*/ 286473 h 380649"/>
                <a:gd name="connsiteX2" fmla="*/ 202838 w 375332"/>
                <a:gd name="connsiteY2" fmla="*/ 380557 h 380649"/>
                <a:gd name="connsiteX3" fmla="*/ 346073 w 375332"/>
                <a:gd name="connsiteY3" fmla="*/ 302147 h 380649"/>
                <a:gd name="connsiteX4" fmla="*/ 375332 w 375332"/>
                <a:gd name="connsiteY4" fmla="*/ 62736 h 380649"/>
                <a:gd name="connsiteX5" fmla="*/ 39 w 375332"/>
                <a:gd name="connsiteY5" fmla="*/ 0 h 380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5332" h="380649">
                  <a:moveTo>
                    <a:pt x="0" y="39"/>
                  </a:moveTo>
                  <a:cubicBezTo>
                    <a:pt x="0" y="39"/>
                    <a:pt x="44933" y="251989"/>
                    <a:pt x="54377" y="286473"/>
                  </a:cubicBezTo>
                  <a:cubicBezTo>
                    <a:pt x="63820" y="320956"/>
                    <a:pt x="130697" y="378467"/>
                    <a:pt x="202838" y="380557"/>
                  </a:cubicBezTo>
                  <a:cubicBezTo>
                    <a:pt x="274978" y="382647"/>
                    <a:pt x="331406" y="349208"/>
                    <a:pt x="346073" y="302147"/>
                  </a:cubicBezTo>
                  <a:cubicBezTo>
                    <a:pt x="360703" y="255124"/>
                    <a:pt x="375332" y="62736"/>
                    <a:pt x="375332" y="62736"/>
                  </a:cubicBezTo>
                  <a:lnTo>
                    <a:pt x="39" y="0"/>
                  </a:ln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8580697C-E5C7-BDC8-E12B-D1ABC726948B}"/>
                </a:ext>
              </a:extLst>
            </p:cNvPr>
            <p:cNvSpPr/>
            <p:nvPr/>
          </p:nvSpPr>
          <p:spPr>
            <a:xfrm>
              <a:off x="8986383" y="1379611"/>
              <a:ext cx="373783" cy="409696"/>
            </a:xfrm>
            <a:custGeom>
              <a:avLst/>
              <a:gdLst>
                <a:gd name="connsiteX0" fmla="*/ 272927 w 373783"/>
                <a:gd name="connsiteY0" fmla="*/ 0 h 409696"/>
                <a:gd name="connsiteX1" fmla="*/ 213054 w 373783"/>
                <a:gd name="connsiteY1" fmla="*/ 64632 h 409696"/>
                <a:gd name="connsiteX2" fmla="*/ 160730 w 373783"/>
                <a:gd name="connsiteY2" fmla="*/ 86576 h 409696"/>
                <a:gd name="connsiteX3" fmla="*/ 61420 w 373783"/>
                <a:gd name="connsiteY3" fmla="*/ 217699 h 409696"/>
                <a:gd name="connsiteX4" fmla="*/ 4296 w 373783"/>
                <a:gd name="connsiteY4" fmla="*/ 256749 h 409696"/>
                <a:gd name="connsiteX5" fmla="*/ 67884 w 373783"/>
                <a:gd name="connsiteY5" fmla="*/ 272385 h 409696"/>
                <a:gd name="connsiteX6" fmla="*/ 0 w 373783"/>
                <a:gd name="connsiteY6" fmla="*/ 324942 h 409696"/>
                <a:gd name="connsiteX7" fmla="*/ 53061 w 373783"/>
                <a:gd name="connsiteY7" fmla="*/ 324942 h 409696"/>
                <a:gd name="connsiteX8" fmla="*/ 1161 w 373783"/>
                <a:gd name="connsiteY8" fmla="*/ 401147 h 409696"/>
                <a:gd name="connsiteX9" fmla="*/ 81197 w 373783"/>
                <a:gd name="connsiteY9" fmla="*/ 370611 h 409696"/>
                <a:gd name="connsiteX10" fmla="*/ 151402 w 373783"/>
                <a:gd name="connsiteY10" fmla="*/ 372081 h 409696"/>
                <a:gd name="connsiteX11" fmla="*/ 197651 w 373783"/>
                <a:gd name="connsiteY11" fmla="*/ 357297 h 409696"/>
                <a:gd name="connsiteX12" fmla="*/ 245758 w 373783"/>
                <a:gd name="connsiteY12" fmla="*/ 329122 h 409696"/>
                <a:gd name="connsiteX13" fmla="*/ 299437 w 373783"/>
                <a:gd name="connsiteY13" fmla="*/ 241075 h 409696"/>
                <a:gd name="connsiteX14" fmla="*/ 305010 w 373783"/>
                <a:gd name="connsiteY14" fmla="*/ 162123 h 409696"/>
                <a:gd name="connsiteX15" fmla="*/ 373784 w 373783"/>
                <a:gd name="connsiteY15" fmla="*/ 61227 h 409696"/>
                <a:gd name="connsiteX16" fmla="*/ 273005 w 373783"/>
                <a:gd name="connsiteY16" fmla="*/ 0 h 409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3783" h="409696">
                  <a:moveTo>
                    <a:pt x="272927" y="0"/>
                  </a:moveTo>
                  <a:lnTo>
                    <a:pt x="213054" y="64632"/>
                  </a:lnTo>
                  <a:cubicBezTo>
                    <a:pt x="213054" y="64632"/>
                    <a:pt x="178958" y="66568"/>
                    <a:pt x="160730" y="86576"/>
                  </a:cubicBezTo>
                  <a:cubicBezTo>
                    <a:pt x="142501" y="106585"/>
                    <a:pt x="61420" y="217699"/>
                    <a:pt x="61420" y="217699"/>
                  </a:cubicBezTo>
                  <a:cubicBezTo>
                    <a:pt x="61420" y="217699"/>
                    <a:pt x="4296" y="230664"/>
                    <a:pt x="4296" y="256749"/>
                  </a:cubicBezTo>
                  <a:cubicBezTo>
                    <a:pt x="4296" y="282834"/>
                    <a:pt x="67884" y="272385"/>
                    <a:pt x="67884" y="272385"/>
                  </a:cubicBezTo>
                  <a:cubicBezTo>
                    <a:pt x="67884" y="272385"/>
                    <a:pt x="155" y="296187"/>
                    <a:pt x="0" y="324942"/>
                  </a:cubicBezTo>
                  <a:cubicBezTo>
                    <a:pt x="-155" y="353698"/>
                    <a:pt x="53061" y="324942"/>
                    <a:pt x="53061" y="324942"/>
                  </a:cubicBezTo>
                  <a:cubicBezTo>
                    <a:pt x="53061" y="324942"/>
                    <a:pt x="-8321" y="370611"/>
                    <a:pt x="1161" y="401147"/>
                  </a:cubicBezTo>
                  <a:cubicBezTo>
                    <a:pt x="10643" y="431683"/>
                    <a:pt x="81197" y="370611"/>
                    <a:pt x="81197" y="370611"/>
                  </a:cubicBezTo>
                  <a:cubicBezTo>
                    <a:pt x="81197" y="370611"/>
                    <a:pt x="123382" y="401417"/>
                    <a:pt x="151402" y="372081"/>
                  </a:cubicBezTo>
                  <a:cubicBezTo>
                    <a:pt x="179422" y="342745"/>
                    <a:pt x="197651" y="357297"/>
                    <a:pt x="197651" y="357297"/>
                  </a:cubicBezTo>
                  <a:cubicBezTo>
                    <a:pt x="197651" y="357297"/>
                    <a:pt x="229735" y="341584"/>
                    <a:pt x="245758" y="329122"/>
                  </a:cubicBezTo>
                  <a:cubicBezTo>
                    <a:pt x="261780" y="316660"/>
                    <a:pt x="299128" y="247577"/>
                    <a:pt x="299437" y="241075"/>
                  </a:cubicBezTo>
                  <a:cubicBezTo>
                    <a:pt x="299864" y="230393"/>
                    <a:pt x="297890" y="186582"/>
                    <a:pt x="305010" y="162123"/>
                  </a:cubicBezTo>
                  <a:cubicBezTo>
                    <a:pt x="312132" y="137663"/>
                    <a:pt x="373784" y="61227"/>
                    <a:pt x="373784" y="61227"/>
                  </a:cubicBezTo>
                  <a:lnTo>
                    <a:pt x="273005" y="0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1F071EE1-63D9-C2C3-6539-E626E3CE24B1}"/>
                </a:ext>
              </a:extLst>
            </p:cNvPr>
            <p:cNvSpPr/>
            <p:nvPr/>
          </p:nvSpPr>
          <p:spPr>
            <a:xfrm>
              <a:off x="9007901" y="1520448"/>
              <a:ext cx="176094" cy="352188"/>
            </a:xfrm>
            <a:custGeom>
              <a:avLst/>
              <a:gdLst>
                <a:gd name="connsiteX0" fmla="*/ 166651 w 176094"/>
                <a:gd name="connsiteY0" fmla="*/ 0 h 352188"/>
                <a:gd name="connsiteX1" fmla="*/ 176094 w 176094"/>
                <a:gd name="connsiteY1" fmla="*/ 9443 h 352188"/>
                <a:gd name="connsiteX2" fmla="*/ 176094 w 176094"/>
                <a:gd name="connsiteY2" fmla="*/ 342745 h 352188"/>
                <a:gd name="connsiteX3" fmla="*/ 166651 w 176094"/>
                <a:gd name="connsiteY3" fmla="*/ 352188 h 352188"/>
                <a:gd name="connsiteX4" fmla="*/ 9443 w 176094"/>
                <a:gd name="connsiteY4" fmla="*/ 352188 h 352188"/>
                <a:gd name="connsiteX5" fmla="*/ 0 w 176094"/>
                <a:gd name="connsiteY5" fmla="*/ 342745 h 352188"/>
                <a:gd name="connsiteX6" fmla="*/ 0 w 176094"/>
                <a:gd name="connsiteY6" fmla="*/ 9443 h 352188"/>
                <a:gd name="connsiteX7" fmla="*/ 9443 w 176094"/>
                <a:gd name="connsiteY7" fmla="*/ 0 h 35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094" h="352188">
                  <a:moveTo>
                    <a:pt x="166651" y="0"/>
                  </a:moveTo>
                  <a:cubicBezTo>
                    <a:pt x="171866" y="0"/>
                    <a:pt x="176094" y="4228"/>
                    <a:pt x="176094" y="9443"/>
                  </a:cubicBezTo>
                  <a:lnTo>
                    <a:pt x="176094" y="342745"/>
                  </a:lnTo>
                  <a:cubicBezTo>
                    <a:pt x="176094" y="347960"/>
                    <a:pt x="171866" y="352188"/>
                    <a:pt x="166651" y="352188"/>
                  </a:cubicBezTo>
                  <a:lnTo>
                    <a:pt x="9443" y="352188"/>
                  </a:lnTo>
                  <a:cubicBezTo>
                    <a:pt x="4227" y="352188"/>
                    <a:pt x="0" y="347960"/>
                    <a:pt x="0" y="342745"/>
                  </a:cubicBezTo>
                  <a:lnTo>
                    <a:pt x="0" y="9443"/>
                  </a:lnTo>
                  <a:cubicBezTo>
                    <a:pt x="0" y="4228"/>
                    <a:pt x="4228" y="0"/>
                    <a:pt x="9443" y="0"/>
                  </a:cubicBez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8EFDBC04-A43F-1689-0D36-3C090B74BE82}"/>
                </a:ext>
              </a:extLst>
            </p:cNvPr>
            <p:cNvSpPr/>
            <p:nvPr/>
          </p:nvSpPr>
          <p:spPr>
            <a:xfrm>
              <a:off x="9190575" y="533623"/>
              <a:ext cx="493646" cy="986054"/>
            </a:xfrm>
            <a:custGeom>
              <a:avLst/>
              <a:gdLst>
                <a:gd name="connsiteX0" fmla="*/ 39 w 493646"/>
                <a:gd name="connsiteY0" fmla="*/ 897616 h 986054"/>
                <a:gd name="connsiteX1" fmla="*/ 190065 w 493646"/>
                <a:gd name="connsiteY1" fmla="*/ 565553 h 986054"/>
                <a:gd name="connsiteX2" fmla="*/ 202218 w 493646"/>
                <a:gd name="connsiteY2" fmla="*/ 441048 h 986054"/>
                <a:gd name="connsiteX3" fmla="*/ 285659 w 493646"/>
                <a:gd name="connsiteY3" fmla="*/ 0 h 986054"/>
                <a:gd name="connsiteX4" fmla="*/ 483311 w 493646"/>
                <a:gd name="connsiteY4" fmla="*/ 185421 h 986054"/>
                <a:gd name="connsiteX5" fmla="*/ 416743 w 493646"/>
                <a:gd name="connsiteY5" fmla="*/ 661611 h 986054"/>
                <a:gd name="connsiteX6" fmla="*/ 137546 w 493646"/>
                <a:gd name="connsiteY6" fmla="*/ 981677 h 986054"/>
                <a:gd name="connsiteX7" fmla="*/ 0 w 493646"/>
                <a:gd name="connsiteY7" fmla="*/ 897577 h 986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3646" h="986054">
                  <a:moveTo>
                    <a:pt x="39" y="897616"/>
                  </a:moveTo>
                  <a:cubicBezTo>
                    <a:pt x="0" y="863210"/>
                    <a:pt x="186505" y="615324"/>
                    <a:pt x="190065" y="565553"/>
                  </a:cubicBezTo>
                  <a:cubicBezTo>
                    <a:pt x="193626" y="515821"/>
                    <a:pt x="202218" y="441048"/>
                    <a:pt x="202218" y="441048"/>
                  </a:cubicBezTo>
                  <a:lnTo>
                    <a:pt x="285659" y="0"/>
                  </a:lnTo>
                  <a:cubicBezTo>
                    <a:pt x="285659" y="0"/>
                    <a:pt x="448789" y="40753"/>
                    <a:pt x="483311" y="185421"/>
                  </a:cubicBezTo>
                  <a:cubicBezTo>
                    <a:pt x="517832" y="330090"/>
                    <a:pt x="458232" y="577434"/>
                    <a:pt x="416743" y="661611"/>
                  </a:cubicBezTo>
                  <a:cubicBezTo>
                    <a:pt x="375255" y="745827"/>
                    <a:pt x="164676" y="958804"/>
                    <a:pt x="137546" y="981677"/>
                  </a:cubicBezTo>
                  <a:cubicBezTo>
                    <a:pt x="110417" y="1004550"/>
                    <a:pt x="39" y="932022"/>
                    <a:pt x="0" y="897577"/>
                  </a:cubicBezTo>
                  <a:close/>
                </a:path>
              </a:pathLst>
            </a:custGeom>
            <a:gradFill>
              <a:gsLst>
                <a:gs pos="0">
                  <a:srgbClr val="D5E27B"/>
                </a:gs>
                <a:gs pos="50000">
                  <a:srgbClr val="C9DB58"/>
                </a:gs>
                <a:gs pos="100000">
                  <a:srgbClr val="BED435"/>
                </a:gs>
              </a:gsLst>
              <a:lin ang="851063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CACA8103-E813-FF79-71DB-C41E0909A022}"/>
                </a:ext>
              </a:extLst>
            </p:cNvPr>
            <p:cNvSpPr/>
            <p:nvPr/>
          </p:nvSpPr>
          <p:spPr>
            <a:xfrm>
              <a:off x="9129588" y="1686750"/>
              <a:ext cx="54445" cy="68141"/>
            </a:xfrm>
            <a:custGeom>
              <a:avLst/>
              <a:gdLst>
                <a:gd name="connsiteX0" fmla="*/ 54446 w 54445"/>
                <a:gd name="connsiteY0" fmla="*/ 50119 h 68141"/>
                <a:gd name="connsiteX1" fmla="*/ 14467 w 54445"/>
                <a:gd name="connsiteY1" fmla="*/ 67922 h 68141"/>
                <a:gd name="connsiteX2" fmla="*/ 10906 w 54445"/>
                <a:gd name="connsiteY2" fmla="*/ 30846 h 68141"/>
                <a:gd name="connsiteX3" fmla="*/ 54407 w 54445"/>
                <a:gd name="connsiteY3" fmla="*/ 0 h 68141"/>
                <a:gd name="connsiteX4" fmla="*/ 54407 w 54445"/>
                <a:gd name="connsiteY4" fmla="*/ 50119 h 68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45" h="68141">
                  <a:moveTo>
                    <a:pt x="54446" y="50119"/>
                  </a:moveTo>
                  <a:cubicBezTo>
                    <a:pt x="54446" y="50119"/>
                    <a:pt x="22478" y="65252"/>
                    <a:pt x="14467" y="67922"/>
                  </a:cubicBezTo>
                  <a:cubicBezTo>
                    <a:pt x="6455" y="70593"/>
                    <a:pt x="-11618" y="48339"/>
                    <a:pt x="10906" y="30846"/>
                  </a:cubicBezTo>
                  <a:cubicBezTo>
                    <a:pt x="33431" y="13352"/>
                    <a:pt x="54407" y="0"/>
                    <a:pt x="54407" y="0"/>
                  </a:cubicBezTo>
                  <a:lnTo>
                    <a:pt x="54407" y="50119"/>
                  </a:ln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15401FF-0066-0A50-EE19-E44CB3EC938D}"/>
                </a:ext>
              </a:extLst>
            </p:cNvPr>
            <p:cNvSpPr/>
            <p:nvPr/>
          </p:nvSpPr>
          <p:spPr>
            <a:xfrm>
              <a:off x="8172854" y="868552"/>
              <a:ext cx="158616" cy="131870"/>
            </a:xfrm>
            <a:custGeom>
              <a:avLst/>
              <a:gdLst>
                <a:gd name="connsiteX0" fmla="*/ 89 w 158616"/>
                <a:gd name="connsiteY0" fmla="*/ 386 h 131870"/>
                <a:gd name="connsiteX1" fmla="*/ 25594 w 158616"/>
                <a:gd name="connsiteY1" fmla="*/ 118388 h 131870"/>
                <a:gd name="connsiteX2" fmla="*/ 101179 w 158616"/>
                <a:gd name="connsiteY2" fmla="*/ 113008 h 131870"/>
                <a:gd name="connsiteX3" fmla="*/ 131134 w 158616"/>
                <a:gd name="connsiteY3" fmla="*/ 105887 h 131870"/>
                <a:gd name="connsiteX4" fmla="*/ 158613 w 158616"/>
                <a:gd name="connsiteY4" fmla="*/ 32508 h 131870"/>
                <a:gd name="connsiteX5" fmla="*/ 89 w 158616"/>
                <a:gd name="connsiteY5" fmla="*/ 424 h 131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8616" h="131870">
                  <a:moveTo>
                    <a:pt x="89" y="386"/>
                  </a:moveTo>
                  <a:cubicBezTo>
                    <a:pt x="89" y="386"/>
                    <a:pt x="-2891" y="85182"/>
                    <a:pt x="25594" y="118388"/>
                  </a:cubicBezTo>
                  <a:cubicBezTo>
                    <a:pt x="54040" y="151594"/>
                    <a:pt x="101179" y="113008"/>
                    <a:pt x="101179" y="113008"/>
                  </a:cubicBezTo>
                  <a:cubicBezTo>
                    <a:pt x="101179" y="113008"/>
                    <a:pt x="120840" y="115601"/>
                    <a:pt x="131134" y="105887"/>
                  </a:cubicBezTo>
                  <a:cubicBezTo>
                    <a:pt x="147699" y="90174"/>
                    <a:pt x="152692" y="57278"/>
                    <a:pt x="158613" y="32508"/>
                  </a:cubicBezTo>
                  <a:cubicBezTo>
                    <a:pt x="159426" y="-6155"/>
                    <a:pt x="89" y="424"/>
                    <a:pt x="89" y="424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53DBA703-CC38-F3D4-3E25-18B1658B6692}"/>
                </a:ext>
              </a:extLst>
            </p:cNvPr>
            <p:cNvSpPr/>
            <p:nvPr/>
          </p:nvSpPr>
          <p:spPr>
            <a:xfrm>
              <a:off x="8329277" y="465173"/>
              <a:ext cx="1350187" cy="585072"/>
            </a:xfrm>
            <a:custGeom>
              <a:avLst/>
              <a:gdLst>
                <a:gd name="connsiteX0" fmla="*/ 1312641 w 1350187"/>
                <a:gd name="connsiteY0" fmla="*/ 195780 h 585072"/>
                <a:gd name="connsiteX1" fmla="*/ 904722 w 1350187"/>
                <a:gd name="connsiteY1" fmla="*/ 5018 h 585072"/>
                <a:gd name="connsiteX2" fmla="*/ 459338 w 1350187"/>
                <a:gd name="connsiteY2" fmla="*/ 6218 h 585072"/>
                <a:gd name="connsiteX3" fmla="*/ 16471 w 1350187"/>
                <a:gd name="connsiteY3" fmla="*/ 108662 h 585072"/>
                <a:gd name="connsiteX4" fmla="*/ 89154 w 1350187"/>
                <a:gd name="connsiteY4" fmla="*/ 452026 h 585072"/>
                <a:gd name="connsiteX5" fmla="*/ 419630 w 1350187"/>
                <a:gd name="connsiteY5" fmla="*/ 568094 h 585072"/>
                <a:gd name="connsiteX6" fmla="*/ 970940 w 1350187"/>
                <a:gd name="connsiteY6" fmla="*/ 573241 h 585072"/>
                <a:gd name="connsiteX7" fmla="*/ 1317053 w 1350187"/>
                <a:gd name="connsiteY7" fmla="*/ 442157 h 585072"/>
                <a:gd name="connsiteX8" fmla="*/ 1312563 w 1350187"/>
                <a:gd name="connsiteY8" fmla="*/ 195780 h 585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0187" h="585072">
                  <a:moveTo>
                    <a:pt x="1312641" y="195780"/>
                  </a:moveTo>
                  <a:cubicBezTo>
                    <a:pt x="1288878" y="129213"/>
                    <a:pt x="1083254" y="11829"/>
                    <a:pt x="904722" y="5018"/>
                  </a:cubicBezTo>
                  <a:cubicBezTo>
                    <a:pt x="735013" y="-1484"/>
                    <a:pt x="657415" y="-2258"/>
                    <a:pt x="459338" y="6218"/>
                  </a:cubicBezTo>
                  <a:cubicBezTo>
                    <a:pt x="266486" y="14500"/>
                    <a:pt x="52812" y="74256"/>
                    <a:pt x="16471" y="108662"/>
                  </a:cubicBezTo>
                  <a:cubicBezTo>
                    <a:pt x="-19870" y="143068"/>
                    <a:pt x="3738" y="377331"/>
                    <a:pt x="89154" y="452026"/>
                  </a:cubicBezTo>
                  <a:cubicBezTo>
                    <a:pt x="174569" y="526760"/>
                    <a:pt x="285605" y="550097"/>
                    <a:pt x="419630" y="568094"/>
                  </a:cubicBezTo>
                  <a:cubicBezTo>
                    <a:pt x="553656" y="586090"/>
                    <a:pt x="852280" y="592747"/>
                    <a:pt x="970940" y="573241"/>
                  </a:cubicBezTo>
                  <a:cubicBezTo>
                    <a:pt x="1089640" y="553735"/>
                    <a:pt x="1252691" y="498430"/>
                    <a:pt x="1317053" y="442157"/>
                  </a:cubicBezTo>
                  <a:cubicBezTo>
                    <a:pt x="1381414" y="385885"/>
                    <a:pt x="1336327" y="262348"/>
                    <a:pt x="1312563" y="195780"/>
                  </a:cubicBezTo>
                  <a:close/>
                </a:path>
              </a:pathLst>
            </a:custGeom>
            <a:gradFill>
              <a:gsLst>
                <a:gs pos="0">
                  <a:srgbClr val="D5E27B"/>
                </a:gs>
                <a:gs pos="50000">
                  <a:srgbClr val="C9DB58"/>
                </a:gs>
                <a:gs pos="100000">
                  <a:srgbClr val="BED435"/>
                </a:gs>
              </a:gsLst>
              <a:lin ang="851139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9539F668-5559-9C8C-21C5-EF2D8F6E5EBD}"/>
                </a:ext>
              </a:extLst>
            </p:cNvPr>
            <p:cNvSpPr/>
            <p:nvPr/>
          </p:nvSpPr>
          <p:spPr>
            <a:xfrm>
              <a:off x="8157430" y="475548"/>
              <a:ext cx="537232" cy="502509"/>
            </a:xfrm>
            <a:custGeom>
              <a:avLst/>
              <a:gdLst>
                <a:gd name="connsiteX0" fmla="*/ 327413 w 537232"/>
                <a:gd name="connsiteY0" fmla="*/ 132499 h 502509"/>
                <a:gd name="connsiteX1" fmla="*/ 80765 w 537232"/>
                <a:gd name="connsiteY1" fmla="*/ 11168 h 502509"/>
                <a:gd name="connsiteX2" fmla="*/ 2278 w 537232"/>
                <a:gd name="connsiteY2" fmla="*/ 285953 h 502509"/>
                <a:gd name="connsiteX3" fmla="*/ 15514 w 537232"/>
                <a:gd name="connsiteY3" fmla="*/ 393390 h 502509"/>
                <a:gd name="connsiteX4" fmla="*/ 90325 w 537232"/>
                <a:gd name="connsiteY4" fmla="*/ 442038 h 502509"/>
                <a:gd name="connsiteX5" fmla="*/ 174038 w 537232"/>
                <a:gd name="connsiteY5" fmla="*/ 425474 h 502509"/>
                <a:gd name="connsiteX6" fmla="*/ 202097 w 537232"/>
                <a:gd name="connsiteY6" fmla="*/ 370710 h 502509"/>
                <a:gd name="connsiteX7" fmla="*/ 399747 w 537232"/>
                <a:gd name="connsiteY7" fmla="*/ 502452 h 502509"/>
                <a:gd name="connsiteX8" fmla="*/ 536133 w 537232"/>
                <a:gd name="connsiteY8" fmla="*/ 216676 h 502509"/>
                <a:gd name="connsiteX9" fmla="*/ 327413 w 537232"/>
                <a:gd name="connsiteY9" fmla="*/ 132499 h 50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7232" h="502509">
                  <a:moveTo>
                    <a:pt x="327413" y="132499"/>
                  </a:moveTo>
                  <a:cubicBezTo>
                    <a:pt x="277604" y="77968"/>
                    <a:pt x="227523" y="-35971"/>
                    <a:pt x="80765" y="11168"/>
                  </a:cubicBezTo>
                  <a:cubicBezTo>
                    <a:pt x="-1670" y="37640"/>
                    <a:pt x="-4302" y="188540"/>
                    <a:pt x="2278" y="285953"/>
                  </a:cubicBezTo>
                  <a:cubicBezTo>
                    <a:pt x="7425" y="361963"/>
                    <a:pt x="15011" y="391841"/>
                    <a:pt x="15514" y="393390"/>
                  </a:cubicBezTo>
                  <a:cubicBezTo>
                    <a:pt x="16713" y="396950"/>
                    <a:pt x="26273" y="445599"/>
                    <a:pt x="90325" y="442038"/>
                  </a:cubicBezTo>
                  <a:cubicBezTo>
                    <a:pt x="154377" y="438477"/>
                    <a:pt x="174038" y="425474"/>
                    <a:pt x="174038" y="425474"/>
                  </a:cubicBezTo>
                  <a:lnTo>
                    <a:pt x="202097" y="370710"/>
                  </a:lnTo>
                  <a:cubicBezTo>
                    <a:pt x="202097" y="370710"/>
                    <a:pt x="240875" y="497730"/>
                    <a:pt x="399747" y="502452"/>
                  </a:cubicBezTo>
                  <a:cubicBezTo>
                    <a:pt x="558658" y="507212"/>
                    <a:pt x="536133" y="216676"/>
                    <a:pt x="536133" y="216676"/>
                  </a:cubicBezTo>
                  <a:lnTo>
                    <a:pt x="327413" y="132499"/>
                  </a:lnTo>
                  <a:close/>
                </a:path>
              </a:pathLst>
            </a:custGeom>
            <a:gradFill>
              <a:gsLst>
                <a:gs pos="0">
                  <a:srgbClr val="D5E27B"/>
                </a:gs>
                <a:gs pos="50000">
                  <a:srgbClr val="C9DB58"/>
                </a:gs>
                <a:gs pos="100000">
                  <a:srgbClr val="BED435"/>
                </a:gs>
              </a:gsLst>
              <a:lin ang="851139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48D13E00-A9A8-EA7D-41CC-3F589AFC8459}"/>
                </a:ext>
              </a:extLst>
            </p:cNvPr>
            <p:cNvSpPr/>
            <p:nvPr/>
          </p:nvSpPr>
          <p:spPr>
            <a:xfrm>
              <a:off x="8464781" y="634338"/>
              <a:ext cx="1055426" cy="332644"/>
            </a:xfrm>
            <a:custGeom>
              <a:avLst/>
              <a:gdLst>
                <a:gd name="connsiteX0" fmla="*/ 633 w 1055426"/>
                <a:gd name="connsiteY0" fmla="*/ 175463 h 332644"/>
                <a:gd name="connsiteX1" fmla="*/ 477133 w 1055426"/>
                <a:gd name="connsiteY1" fmla="*/ 5251 h 332644"/>
                <a:gd name="connsiteX2" fmla="*/ 1054838 w 1055426"/>
                <a:gd name="connsiteY2" fmla="*/ 140786 h 332644"/>
                <a:gd name="connsiteX3" fmla="*/ 528026 w 1055426"/>
                <a:gd name="connsiteY3" fmla="*/ 332438 h 332644"/>
                <a:gd name="connsiteX4" fmla="*/ 595 w 1055426"/>
                <a:gd name="connsiteY4" fmla="*/ 175463 h 332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426" h="332644">
                  <a:moveTo>
                    <a:pt x="633" y="175463"/>
                  </a:moveTo>
                  <a:cubicBezTo>
                    <a:pt x="-13067" y="5986"/>
                    <a:pt x="197124" y="5251"/>
                    <a:pt x="477133" y="5251"/>
                  </a:cubicBezTo>
                  <a:cubicBezTo>
                    <a:pt x="757142" y="5251"/>
                    <a:pt x="1037151" y="-40959"/>
                    <a:pt x="1054838" y="140786"/>
                  </a:cubicBezTo>
                  <a:cubicBezTo>
                    <a:pt x="1072563" y="322530"/>
                    <a:pt x="684692" y="332438"/>
                    <a:pt x="528026" y="332438"/>
                  </a:cubicBezTo>
                  <a:cubicBezTo>
                    <a:pt x="371360" y="332438"/>
                    <a:pt x="14295" y="344939"/>
                    <a:pt x="595" y="175463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2FF6A84D-AA6A-E242-AB63-A52D89E07DE6}"/>
                </a:ext>
              </a:extLst>
            </p:cNvPr>
            <p:cNvSpPr/>
            <p:nvPr/>
          </p:nvSpPr>
          <p:spPr>
            <a:xfrm>
              <a:off x="8717701" y="518268"/>
              <a:ext cx="582103" cy="692285"/>
            </a:xfrm>
            <a:custGeom>
              <a:avLst/>
              <a:gdLst>
                <a:gd name="connsiteX0" fmla="*/ 233656 w 582103"/>
                <a:gd name="connsiteY0" fmla="*/ 7809 h 692285"/>
                <a:gd name="connsiteX1" fmla="*/ 582091 w 582103"/>
                <a:gd name="connsiteY1" fmla="*/ 324662 h 692285"/>
                <a:gd name="connsiteX2" fmla="*/ 410834 w 582103"/>
                <a:gd name="connsiteY2" fmla="*/ 672903 h 692285"/>
                <a:gd name="connsiteX3" fmla="*/ 194567 w 582103"/>
                <a:gd name="connsiteY3" fmla="*/ 669342 h 692285"/>
                <a:gd name="connsiteX4" fmla="*/ 7249 w 582103"/>
                <a:gd name="connsiteY4" fmla="*/ 378264 h 692285"/>
                <a:gd name="connsiteX5" fmla="*/ 233617 w 582103"/>
                <a:gd name="connsiteY5" fmla="*/ 7809 h 692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2103" h="692285">
                  <a:moveTo>
                    <a:pt x="233656" y="7809"/>
                  </a:moveTo>
                  <a:cubicBezTo>
                    <a:pt x="417877" y="-39447"/>
                    <a:pt x="583793" y="135487"/>
                    <a:pt x="582091" y="324662"/>
                  </a:cubicBezTo>
                  <a:cubicBezTo>
                    <a:pt x="580388" y="513838"/>
                    <a:pt x="451819" y="653436"/>
                    <a:pt x="410834" y="672903"/>
                  </a:cubicBezTo>
                  <a:cubicBezTo>
                    <a:pt x="369848" y="692370"/>
                    <a:pt x="250685" y="705877"/>
                    <a:pt x="194567" y="669342"/>
                  </a:cubicBezTo>
                  <a:cubicBezTo>
                    <a:pt x="138488" y="632808"/>
                    <a:pt x="39333" y="497235"/>
                    <a:pt x="7249" y="378264"/>
                  </a:cubicBezTo>
                  <a:cubicBezTo>
                    <a:pt x="-24835" y="259294"/>
                    <a:pt x="49395" y="55064"/>
                    <a:pt x="233617" y="7809"/>
                  </a:cubicBezTo>
                  <a:close/>
                </a:path>
              </a:pathLst>
            </a:custGeom>
            <a:solidFill>
              <a:srgbClr val="2D1917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E34B565A-C671-3599-76E3-0BB46F56513B}"/>
                </a:ext>
              </a:extLst>
            </p:cNvPr>
            <p:cNvSpPr/>
            <p:nvPr/>
          </p:nvSpPr>
          <p:spPr>
            <a:xfrm>
              <a:off x="8238195" y="107721"/>
              <a:ext cx="456693" cy="890282"/>
            </a:xfrm>
            <a:custGeom>
              <a:avLst/>
              <a:gdLst>
                <a:gd name="connsiteX0" fmla="*/ 234535 w 456693"/>
                <a:gd name="connsiteY0" fmla="*/ 853637 h 890282"/>
                <a:gd name="connsiteX1" fmla="*/ 233876 w 456693"/>
                <a:gd name="connsiteY1" fmla="*/ 547930 h 890282"/>
                <a:gd name="connsiteX2" fmla="*/ 68464 w 456693"/>
                <a:gd name="connsiteY2" fmla="*/ 378957 h 890282"/>
                <a:gd name="connsiteX3" fmla="*/ 0 w 456693"/>
                <a:gd name="connsiteY3" fmla="*/ 378957 h 890282"/>
                <a:gd name="connsiteX4" fmla="*/ 90911 w 456693"/>
                <a:gd name="connsiteY4" fmla="*/ 132889 h 890282"/>
                <a:gd name="connsiteX5" fmla="*/ 282021 w 456693"/>
                <a:gd name="connsiteY5" fmla="*/ 4785 h 890282"/>
                <a:gd name="connsiteX6" fmla="*/ 456452 w 456693"/>
                <a:gd name="connsiteY6" fmla="*/ 302443 h 890282"/>
                <a:gd name="connsiteX7" fmla="*/ 351415 w 456693"/>
                <a:gd name="connsiteY7" fmla="*/ 522618 h 890282"/>
                <a:gd name="connsiteX8" fmla="*/ 298199 w 456693"/>
                <a:gd name="connsiteY8" fmla="*/ 870356 h 890282"/>
                <a:gd name="connsiteX9" fmla="*/ 234496 w 456693"/>
                <a:gd name="connsiteY9" fmla="*/ 853598 h 890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6693" h="890282">
                  <a:moveTo>
                    <a:pt x="234535" y="853637"/>
                  </a:moveTo>
                  <a:cubicBezTo>
                    <a:pt x="242081" y="827474"/>
                    <a:pt x="277765" y="671854"/>
                    <a:pt x="233876" y="547930"/>
                  </a:cubicBezTo>
                  <a:cubicBezTo>
                    <a:pt x="189989" y="424006"/>
                    <a:pt x="96020" y="384568"/>
                    <a:pt x="68464" y="378957"/>
                  </a:cubicBezTo>
                  <a:cubicBezTo>
                    <a:pt x="40908" y="373345"/>
                    <a:pt x="0" y="378957"/>
                    <a:pt x="0" y="378957"/>
                  </a:cubicBezTo>
                  <a:cubicBezTo>
                    <a:pt x="0" y="378957"/>
                    <a:pt x="15287" y="264553"/>
                    <a:pt x="90911" y="132889"/>
                  </a:cubicBezTo>
                  <a:cubicBezTo>
                    <a:pt x="166496" y="1263"/>
                    <a:pt x="225323" y="-9457"/>
                    <a:pt x="282021" y="4785"/>
                  </a:cubicBezTo>
                  <a:cubicBezTo>
                    <a:pt x="338759" y="19028"/>
                    <a:pt x="450530" y="191600"/>
                    <a:pt x="456452" y="302443"/>
                  </a:cubicBezTo>
                  <a:cubicBezTo>
                    <a:pt x="462373" y="413247"/>
                    <a:pt x="357645" y="442583"/>
                    <a:pt x="351415" y="522618"/>
                  </a:cubicBezTo>
                  <a:cubicBezTo>
                    <a:pt x="345183" y="602654"/>
                    <a:pt x="319563" y="828906"/>
                    <a:pt x="298199" y="870356"/>
                  </a:cubicBezTo>
                  <a:cubicBezTo>
                    <a:pt x="276836" y="911806"/>
                    <a:pt x="226987" y="879800"/>
                    <a:pt x="234496" y="853598"/>
                  </a:cubicBezTo>
                  <a:close/>
                </a:path>
              </a:pathLst>
            </a:custGeom>
            <a:solidFill>
              <a:srgbClr val="0F193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7BD36DF8-5063-570C-D2C5-83B6DE72E178}"/>
                </a:ext>
              </a:extLst>
            </p:cNvPr>
            <p:cNvSpPr/>
            <p:nvPr/>
          </p:nvSpPr>
          <p:spPr>
            <a:xfrm>
              <a:off x="8790634" y="691017"/>
              <a:ext cx="218609" cy="395402"/>
            </a:xfrm>
            <a:custGeom>
              <a:avLst/>
              <a:gdLst>
                <a:gd name="connsiteX0" fmla="*/ 45624 w 218609"/>
                <a:gd name="connsiteY0" fmla="*/ 21100 h 395402"/>
                <a:gd name="connsiteX1" fmla="*/ 121944 w 218609"/>
                <a:gd name="connsiteY1" fmla="*/ 391556 h 395402"/>
                <a:gd name="connsiteX2" fmla="*/ 194549 w 218609"/>
                <a:gd name="connsiteY2" fmla="*/ 147849 h 395402"/>
                <a:gd name="connsiteX3" fmla="*/ 45624 w 218609"/>
                <a:gd name="connsiteY3" fmla="*/ 21100 h 39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609" h="395402">
                  <a:moveTo>
                    <a:pt x="45624" y="21100"/>
                  </a:moveTo>
                  <a:cubicBezTo>
                    <a:pt x="-26207" y="67310"/>
                    <a:pt x="-21989" y="364194"/>
                    <a:pt x="121944" y="391556"/>
                  </a:cubicBezTo>
                  <a:cubicBezTo>
                    <a:pt x="265877" y="418918"/>
                    <a:pt x="211075" y="296388"/>
                    <a:pt x="194549" y="147849"/>
                  </a:cubicBezTo>
                  <a:cubicBezTo>
                    <a:pt x="177984" y="-689"/>
                    <a:pt x="117455" y="-25149"/>
                    <a:pt x="45624" y="21100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C8B35989-4204-8B5F-0248-81C94AC70E39}"/>
                </a:ext>
              </a:extLst>
            </p:cNvPr>
            <p:cNvSpPr/>
            <p:nvPr/>
          </p:nvSpPr>
          <p:spPr>
            <a:xfrm>
              <a:off x="8299660" y="190619"/>
              <a:ext cx="201960" cy="340536"/>
            </a:xfrm>
            <a:custGeom>
              <a:avLst/>
              <a:gdLst>
                <a:gd name="connsiteX0" fmla="*/ 151319 w 201960"/>
                <a:gd name="connsiteY0" fmla="*/ 801 h 340536"/>
                <a:gd name="connsiteX1" fmla="*/ 110 w 201960"/>
                <a:gd name="connsiteY1" fmla="*/ 232046 h 340536"/>
                <a:gd name="connsiteX2" fmla="*/ 105960 w 201960"/>
                <a:gd name="connsiteY2" fmla="*/ 295207 h 340536"/>
                <a:gd name="connsiteX3" fmla="*/ 201129 w 201960"/>
                <a:gd name="connsiteY3" fmla="*/ 336115 h 340536"/>
                <a:gd name="connsiteX4" fmla="*/ 159331 w 201960"/>
                <a:gd name="connsiteY4" fmla="*/ 145779 h 340536"/>
                <a:gd name="connsiteX5" fmla="*/ 151319 w 201960"/>
                <a:gd name="connsiteY5" fmla="*/ 801 h 34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960" h="340536">
                  <a:moveTo>
                    <a:pt x="151319" y="801"/>
                  </a:moveTo>
                  <a:cubicBezTo>
                    <a:pt x="100968" y="-15222"/>
                    <a:pt x="2781" y="214243"/>
                    <a:pt x="110" y="232046"/>
                  </a:cubicBezTo>
                  <a:cubicBezTo>
                    <a:pt x="-2560" y="249849"/>
                    <a:pt x="43689" y="248068"/>
                    <a:pt x="105960" y="295207"/>
                  </a:cubicBezTo>
                  <a:cubicBezTo>
                    <a:pt x="168232" y="342346"/>
                    <a:pt x="192227" y="345907"/>
                    <a:pt x="201129" y="336115"/>
                  </a:cubicBezTo>
                  <a:cubicBezTo>
                    <a:pt x="210030" y="326324"/>
                    <a:pt x="144198" y="218732"/>
                    <a:pt x="159331" y="145779"/>
                  </a:cubicBezTo>
                  <a:cubicBezTo>
                    <a:pt x="174463" y="72864"/>
                    <a:pt x="201670" y="16824"/>
                    <a:pt x="151319" y="801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5AC71480-3F8C-49D6-4E42-326BBAB84485}"/>
                </a:ext>
              </a:extLst>
            </p:cNvPr>
            <p:cNvSpPr/>
            <p:nvPr/>
          </p:nvSpPr>
          <p:spPr>
            <a:xfrm>
              <a:off x="9028495" y="1545340"/>
              <a:ext cx="32622" cy="158379"/>
            </a:xfrm>
            <a:custGeom>
              <a:avLst/>
              <a:gdLst>
                <a:gd name="connsiteX0" fmla="*/ 1544 w 32622"/>
                <a:gd name="connsiteY0" fmla="*/ 146597 h 158379"/>
                <a:gd name="connsiteX1" fmla="*/ 460 w 32622"/>
                <a:gd name="connsiteY1" fmla="*/ 18183 h 158379"/>
                <a:gd name="connsiteX2" fmla="*/ 24958 w 32622"/>
                <a:gd name="connsiteY2" fmla="*/ 19847 h 158379"/>
                <a:gd name="connsiteX3" fmla="*/ 32621 w 32622"/>
                <a:gd name="connsiteY3" fmla="*/ 120318 h 158379"/>
                <a:gd name="connsiteX4" fmla="*/ 1544 w 32622"/>
                <a:gd name="connsiteY4" fmla="*/ 146558 h 158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2" h="158379">
                  <a:moveTo>
                    <a:pt x="1544" y="146597"/>
                  </a:moveTo>
                  <a:cubicBezTo>
                    <a:pt x="-933" y="119234"/>
                    <a:pt x="267" y="29058"/>
                    <a:pt x="460" y="18183"/>
                  </a:cubicBezTo>
                  <a:cubicBezTo>
                    <a:pt x="847" y="-4883"/>
                    <a:pt x="17760" y="-7786"/>
                    <a:pt x="24958" y="19847"/>
                  </a:cubicBezTo>
                  <a:cubicBezTo>
                    <a:pt x="29642" y="37805"/>
                    <a:pt x="32389" y="91640"/>
                    <a:pt x="32621" y="120318"/>
                  </a:cubicBezTo>
                  <a:cubicBezTo>
                    <a:pt x="32853" y="148996"/>
                    <a:pt x="4021" y="173920"/>
                    <a:pt x="1544" y="146558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2467DD38-B804-C988-7611-A7503DC6EBD5}"/>
                </a:ext>
              </a:extLst>
            </p:cNvPr>
            <p:cNvSpPr/>
            <p:nvPr/>
          </p:nvSpPr>
          <p:spPr>
            <a:xfrm>
              <a:off x="9030621" y="1714962"/>
              <a:ext cx="94737" cy="129019"/>
            </a:xfrm>
            <a:custGeom>
              <a:avLst/>
              <a:gdLst>
                <a:gd name="connsiteX0" fmla="*/ 153 w 94737"/>
                <a:gd name="connsiteY0" fmla="*/ 40252 h 129019"/>
                <a:gd name="connsiteX1" fmla="*/ 4255 w 94737"/>
                <a:gd name="connsiteY1" fmla="*/ 121294 h 129019"/>
                <a:gd name="connsiteX2" fmla="*/ 47369 w 94737"/>
                <a:gd name="connsiteY2" fmla="*/ 128957 h 129019"/>
                <a:gd name="connsiteX3" fmla="*/ 94547 w 94737"/>
                <a:gd name="connsiteY3" fmla="*/ 109916 h 129019"/>
                <a:gd name="connsiteX4" fmla="*/ 58980 w 94737"/>
                <a:gd name="connsiteY4" fmla="*/ 51205 h 129019"/>
                <a:gd name="connsiteX5" fmla="*/ 39629 w 94737"/>
                <a:gd name="connsiteY5" fmla="*/ 273 h 129019"/>
                <a:gd name="connsiteX6" fmla="*/ 153 w 94737"/>
                <a:gd name="connsiteY6" fmla="*/ 40213 h 12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737" h="129019">
                  <a:moveTo>
                    <a:pt x="153" y="40252"/>
                  </a:moveTo>
                  <a:cubicBezTo>
                    <a:pt x="-737" y="56236"/>
                    <a:pt x="2474" y="114715"/>
                    <a:pt x="4255" y="121294"/>
                  </a:cubicBezTo>
                  <a:cubicBezTo>
                    <a:pt x="6267" y="128686"/>
                    <a:pt x="26663" y="129267"/>
                    <a:pt x="47369" y="128957"/>
                  </a:cubicBezTo>
                  <a:cubicBezTo>
                    <a:pt x="69662" y="128609"/>
                    <a:pt x="91993" y="127718"/>
                    <a:pt x="94547" y="109916"/>
                  </a:cubicBezTo>
                  <a:cubicBezTo>
                    <a:pt x="97102" y="92113"/>
                    <a:pt x="73416" y="76787"/>
                    <a:pt x="58980" y="51205"/>
                  </a:cubicBezTo>
                  <a:cubicBezTo>
                    <a:pt x="44544" y="25623"/>
                    <a:pt x="48066" y="3562"/>
                    <a:pt x="39629" y="273"/>
                  </a:cubicBezTo>
                  <a:cubicBezTo>
                    <a:pt x="31231" y="-3017"/>
                    <a:pt x="1043" y="24229"/>
                    <a:pt x="153" y="40213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E6371652-FA99-D545-2B4E-EEFC69FCFE94}"/>
              </a:ext>
            </a:extLst>
          </p:cNvPr>
          <p:cNvGrpSpPr/>
          <p:nvPr/>
        </p:nvGrpSpPr>
        <p:grpSpPr>
          <a:xfrm>
            <a:off x="2444002" y="-1"/>
            <a:ext cx="1386717" cy="1872410"/>
            <a:chOff x="2444002" y="-1"/>
            <a:chExt cx="1386717" cy="1872410"/>
          </a:xfrm>
        </p:grpSpPr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D4E1817D-6275-E73E-AB33-6FAA0E3BF7AD}"/>
                </a:ext>
              </a:extLst>
            </p:cNvPr>
            <p:cNvSpPr/>
            <p:nvPr/>
          </p:nvSpPr>
          <p:spPr>
            <a:xfrm>
              <a:off x="2765921" y="1340700"/>
              <a:ext cx="216707" cy="531709"/>
            </a:xfrm>
            <a:custGeom>
              <a:avLst/>
              <a:gdLst>
                <a:gd name="connsiteX0" fmla="*/ 22602 w 216707"/>
                <a:gd name="connsiteY0" fmla="*/ 165621 h 531709"/>
                <a:gd name="connsiteX1" fmla="*/ 0 w 216707"/>
                <a:gd name="connsiteY1" fmla="*/ 348449 h 531709"/>
                <a:gd name="connsiteX2" fmla="*/ 53370 w 216707"/>
                <a:gd name="connsiteY2" fmla="*/ 520983 h 531709"/>
                <a:gd name="connsiteX3" fmla="*/ 148848 w 216707"/>
                <a:gd name="connsiteY3" fmla="*/ 522183 h 531709"/>
                <a:gd name="connsiteX4" fmla="*/ 216422 w 216707"/>
                <a:gd name="connsiteY4" fmla="*/ 354100 h 531709"/>
                <a:gd name="connsiteX5" fmla="*/ 196606 w 216707"/>
                <a:gd name="connsiteY5" fmla="*/ 189693 h 531709"/>
                <a:gd name="connsiteX6" fmla="*/ 114132 w 216707"/>
                <a:gd name="connsiteY6" fmla="*/ 363 h 531709"/>
                <a:gd name="connsiteX7" fmla="*/ 22602 w 216707"/>
                <a:gd name="connsiteY7" fmla="*/ 165621 h 531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6707" h="531709">
                  <a:moveTo>
                    <a:pt x="22602" y="165621"/>
                  </a:moveTo>
                  <a:cubicBezTo>
                    <a:pt x="16603" y="249953"/>
                    <a:pt x="78" y="307541"/>
                    <a:pt x="0" y="348449"/>
                  </a:cubicBezTo>
                  <a:cubicBezTo>
                    <a:pt x="-39" y="389357"/>
                    <a:pt x="36186" y="507669"/>
                    <a:pt x="53370" y="520983"/>
                  </a:cubicBezTo>
                  <a:cubicBezTo>
                    <a:pt x="70554" y="534296"/>
                    <a:pt x="126904" y="535806"/>
                    <a:pt x="148848" y="522183"/>
                  </a:cubicBezTo>
                  <a:cubicBezTo>
                    <a:pt x="170792" y="508560"/>
                    <a:pt x="213480" y="383436"/>
                    <a:pt x="216422" y="354100"/>
                  </a:cubicBezTo>
                  <a:cubicBezTo>
                    <a:pt x="219402" y="324764"/>
                    <a:pt x="198116" y="250533"/>
                    <a:pt x="196606" y="189693"/>
                  </a:cubicBezTo>
                  <a:cubicBezTo>
                    <a:pt x="195097" y="128854"/>
                    <a:pt x="222305" y="-7958"/>
                    <a:pt x="114132" y="363"/>
                  </a:cubicBezTo>
                  <a:cubicBezTo>
                    <a:pt x="5960" y="8684"/>
                    <a:pt x="28562" y="81328"/>
                    <a:pt x="22602" y="165621"/>
                  </a:cubicBezTo>
                  <a:close/>
                </a:path>
              </a:pathLst>
            </a:custGeom>
            <a:solidFill>
              <a:srgbClr val="2D1917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4947166C-CD91-EA28-D147-5D8CE75C3356}"/>
                </a:ext>
              </a:extLst>
            </p:cNvPr>
            <p:cNvSpPr/>
            <p:nvPr/>
          </p:nvSpPr>
          <p:spPr>
            <a:xfrm>
              <a:off x="2666960" y="521122"/>
              <a:ext cx="458812" cy="994187"/>
            </a:xfrm>
            <a:custGeom>
              <a:avLst/>
              <a:gdLst>
                <a:gd name="connsiteX0" fmla="*/ 0 w 458812"/>
                <a:gd name="connsiteY0" fmla="*/ 0 h 994187"/>
                <a:gd name="connsiteX1" fmla="*/ 74889 w 458812"/>
                <a:gd name="connsiteY1" fmla="*/ 549453 h 994187"/>
                <a:gd name="connsiteX2" fmla="*/ 91879 w 458812"/>
                <a:gd name="connsiteY2" fmla="*/ 764249 h 994187"/>
                <a:gd name="connsiteX3" fmla="*/ 90098 w 458812"/>
                <a:gd name="connsiteY3" fmla="*/ 870370 h 994187"/>
                <a:gd name="connsiteX4" fmla="*/ 211429 w 458812"/>
                <a:gd name="connsiteY4" fmla="*/ 991623 h 994187"/>
                <a:gd name="connsiteX5" fmla="*/ 320337 w 458812"/>
                <a:gd name="connsiteY5" fmla="*/ 906131 h 994187"/>
                <a:gd name="connsiteX6" fmla="*/ 315693 w 458812"/>
                <a:gd name="connsiteY6" fmla="*/ 826482 h 994187"/>
                <a:gd name="connsiteX7" fmla="*/ 458813 w 458812"/>
                <a:gd name="connsiteY7" fmla="*/ 88589 h 994187"/>
                <a:gd name="connsiteX8" fmla="*/ 0 w 458812"/>
                <a:gd name="connsiteY8" fmla="*/ 0 h 994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8812" h="994187">
                  <a:moveTo>
                    <a:pt x="0" y="0"/>
                  </a:moveTo>
                  <a:cubicBezTo>
                    <a:pt x="0" y="0"/>
                    <a:pt x="62659" y="483775"/>
                    <a:pt x="74889" y="549453"/>
                  </a:cubicBezTo>
                  <a:cubicBezTo>
                    <a:pt x="81855" y="587071"/>
                    <a:pt x="91724" y="725702"/>
                    <a:pt x="91879" y="764249"/>
                  </a:cubicBezTo>
                  <a:cubicBezTo>
                    <a:pt x="92034" y="802796"/>
                    <a:pt x="88860" y="861546"/>
                    <a:pt x="90098" y="870370"/>
                  </a:cubicBezTo>
                  <a:cubicBezTo>
                    <a:pt x="93040" y="891037"/>
                    <a:pt x="117499" y="1013297"/>
                    <a:pt x="211429" y="991623"/>
                  </a:cubicBezTo>
                  <a:cubicBezTo>
                    <a:pt x="305320" y="969989"/>
                    <a:pt x="318131" y="928268"/>
                    <a:pt x="320337" y="906131"/>
                  </a:cubicBezTo>
                  <a:cubicBezTo>
                    <a:pt x="322543" y="883993"/>
                    <a:pt x="312945" y="842427"/>
                    <a:pt x="315693" y="826482"/>
                  </a:cubicBezTo>
                  <a:cubicBezTo>
                    <a:pt x="318440" y="810537"/>
                    <a:pt x="458813" y="88589"/>
                    <a:pt x="458813" y="8858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D4960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8491B67-1155-80F2-2459-59DD64549840}"/>
                </a:ext>
              </a:extLst>
            </p:cNvPr>
            <p:cNvSpPr/>
            <p:nvPr/>
          </p:nvSpPr>
          <p:spPr>
            <a:xfrm>
              <a:off x="3177180" y="-1"/>
              <a:ext cx="216894" cy="425318"/>
            </a:xfrm>
            <a:custGeom>
              <a:avLst/>
              <a:gdLst>
                <a:gd name="connsiteX0" fmla="*/ 195938 w 216894"/>
                <a:gd name="connsiteY0" fmla="*/ 32666 h 425318"/>
                <a:gd name="connsiteX1" fmla="*/ 123913 w 216894"/>
                <a:gd name="connsiteY1" fmla="*/ 1 h 425318"/>
                <a:gd name="connsiteX2" fmla="*/ 47902 w 216894"/>
                <a:gd name="connsiteY2" fmla="*/ 39593 h 425318"/>
                <a:gd name="connsiteX3" fmla="*/ 38188 w 216894"/>
                <a:gd name="connsiteY3" fmla="*/ 124273 h 425318"/>
                <a:gd name="connsiteX4" fmla="*/ 3434 w 216894"/>
                <a:gd name="connsiteY4" fmla="*/ 191925 h 425318"/>
                <a:gd name="connsiteX5" fmla="*/ 15547 w 216894"/>
                <a:gd name="connsiteY5" fmla="*/ 393640 h 425318"/>
                <a:gd name="connsiteX6" fmla="*/ 60055 w 216894"/>
                <a:gd name="connsiteY6" fmla="*/ 423943 h 425318"/>
                <a:gd name="connsiteX7" fmla="*/ 155610 w 216894"/>
                <a:gd name="connsiteY7" fmla="*/ 425298 h 425318"/>
                <a:gd name="connsiteX8" fmla="*/ 203639 w 216894"/>
                <a:gd name="connsiteY8" fmla="*/ 385744 h 425318"/>
                <a:gd name="connsiteX9" fmla="*/ 216759 w 216894"/>
                <a:gd name="connsiteY9" fmla="*/ 202413 h 425318"/>
                <a:gd name="connsiteX10" fmla="*/ 195976 w 216894"/>
                <a:gd name="connsiteY10" fmla="*/ 32627 h 425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94" h="425318">
                  <a:moveTo>
                    <a:pt x="195938" y="32666"/>
                  </a:moveTo>
                  <a:cubicBezTo>
                    <a:pt x="182817" y="8477"/>
                    <a:pt x="154294" y="156"/>
                    <a:pt x="123913" y="1"/>
                  </a:cubicBezTo>
                  <a:cubicBezTo>
                    <a:pt x="93493" y="-154"/>
                    <a:pt x="53437" y="15056"/>
                    <a:pt x="47902" y="39593"/>
                  </a:cubicBezTo>
                  <a:cubicBezTo>
                    <a:pt x="42368" y="64130"/>
                    <a:pt x="44032" y="95866"/>
                    <a:pt x="38188" y="124273"/>
                  </a:cubicBezTo>
                  <a:cubicBezTo>
                    <a:pt x="32305" y="152719"/>
                    <a:pt x="14231" y="168819"/>
                    <a:pt x="3434" y="191925"/>
                  </a:cubicBezTo>
                  <a:cubicBezTo>
                    <a:pt x="-7364" y="215030"/>
                    <a:pt x="10284" y="380403"/>
                    <a:pt x="15547" y="393640"/>
                  </a:cubicBezTo>
                  <a:cubicBezTo>
                    <a:pt x="20772" y="406837"/>
                    <a:pt x="35208" y="421815"/>
                    <a:pt x="60055" y="423943"/>
                  </a:cubicBezTo>
                  <a:cubicBezTo>
                    <a:pt x="84901" y="426072"/>
                    <a:pt x="139471" y="424872"/>
                    <a:pt x="155610" y="425298"/>
                  </a:cubicBezTo>
                  <a:cubicBezTo>
                    <a:pt x="171749" y="425724"/>
                    <a:pt x="194854" y="419841"/>
                    <a:pt x="203639" y="385744"/>
                  </a:cubicBezTo>
                  <a:cubicBezTo>
                    <a:pt x="212463" y="351687"/>
                    <a:pt x="215443" y="259653"/>
                    <a:pt x="216759" y="202413"/>
                  </a:cubicBezTo>
                  <a:cubicBezTo>
                    <a:pt x="218114" y="145134"/>
                    <a:pt x="209135" y="56816"/>
                    <a:pt x="195976" y="32627"/>
                  </a:cubicBezTo>
                  <a:close/>
                </a:path>
              </a:pathLst>
            </a:custGeom>
            <a:solidFill>
              <a:srgbClr val="2D1917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64E26850-EBD1-4D83-0B4F-195C98D89C0C}"/>
                </a:ext>
              </a:extLst>
            </p:cNvPr>
            <p:cNvSpPr/>
            <p:nvPr/>
          </p:nvSpPr>
          <p:spPr>
            <a:xfrm>
              <a:off x="3217563" y="88894"/>
              <a:ext cx="311213" cy="504910"/>
            </a:xfrm>
            <a:custGeom>
              <a:avLst/>
              <a:gdLst>
                <a:gd name="connsiteX0" fmla="*/ 311175 w 311213"/>
                <a:gd name="connsiteY0" fmla="*/ 491171 h 504910"/>
                <a:gd name="connsiteX1" fmla="*/ 218987 w 311213"/>
                <a:gd name="connsiteY1" fmla="*/ 179581 h 504910"/>
                <a:gd name="connsiteX2" fmla="*/ 194682 w 311213"/>
                <a:gd name="connsiteY2" fmla="*/ 58018 h 504910"/>
                <a:gd name="connsiteX3" fmla="*/ 120413 w 311213"/>
                <a:gd name="connsiteY3" fmla="*/ 197 h 504910"/>
                <a:gd name="connsiteX4" fmla="*/ 1985 w 311213"/>
                <a:gd name="connsiteY4" fmla="*/ 106512 h 504910"/>
                <a:gd name="connsiteX5" fmla="*/ 1249 w 311213"/>
                <a:gd name="connsiteY5" fmla="*/ 504911 h 504910"/>
                <a:gd name="connsiteX6" fmla="*/ 311214 w 311213"/>
                <a:gd name="connsiteY6" fmla="*/ 491133 h 504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213" h="504910">
                  <a:moveTo>
                    <a:pt x="311175" y="491171"/>
                  </a:moveTo>
                  <a:cubicBezTo>
                    <a:pt x="287722" y="353083"/>
                    <a:pt x="232146" y="239608"/>
                    <a:pt x="218987" y="179581"/>
                  </a:cubicBezTo>
                  <a:cubicBezTo>
                    <a:pt x="211053" y="143434"/>
                    <a:pt x="209505" y="87974"/>
                    <a:pt x="194682" y="58018"/>
                  </a:cubicBezTo>
                  <a:cubicBezTo>
                    <a:pt x="179859" y="28063"/>
                    <a:pt x="154974" y="4648"/>
                    <a:pt x="120413" y="197"/>
                  </a:cubicBezTo>
                  <a:cubicBezTo>
                    <a:pt x="85891" y="-4253"/>
                    <a:pt x="5971" y="67616"/>
                    <a:pt x="1985" y="106512"/>
                  </a:cubicBezTo>
                  <a:cubicBezTo>
                    <a:pt x="-2002" y="145407"/>
                    <a:pt x="1249" y="504911"/>
                    <a:pt x="1249" y="504911"/>
                  </a:cubicBezTo>
                  <a:lnTo>
                    <a:pt x="311214" y="491133"/>
                  </a:lnTo>
                  <a:close/>
                </a:path>
              </a:pathLst>
            </a:custGeom>
            <a:solidFill>
              <a:srgbClr val="2D4960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DC3407D5-BE38-88B6-E41E-8E5349B1F752}"/>
                </a:ext>
              </a:extLst>
            </p:cNvPr>
            <p:cNvSpPr/>
            <p:nvPr/>
          </p:nvSpPr>
          <p:spPr>
            <a:xfrm>
              <a:off x="2483861" y="365070"/>
              <a:ext cx="182906" cy="153227"/>
            </a:xfrm>
            <a:custGeom>
              <a:avLst/>
              <a:gdLst>
                <a:gd name="connsiteX0" fmla="*/ 182906 w 182906"/>
                <a:gd name="connsiteY0" fmla="*/ 153227 h 153227"/>
                <a:gd name="connsiteX1" fmla="*/ 0 w 182906"/>
                <a:gd name="connsiteY1" fmla="*/ 111545 h 153227"/>
                <a:gd name="connsiteX2" fmla="*/ 18848 w 182906"/>
                <a:gd name="connsiteY2" fmla="*/ 32941 h 153227"/>
                <a:gd name="connsiteX3" fmla="*/ 74579 w 182906"/>
                <a:gd name="connsiteY3" fmla="*/ 238 h 153227"/>
                <a:gd name="connsiteX4" fmla="*/ 129265 w 182906"/>
                <a:gd name="connsiteY4" fmla="*/ 34760 h 153227"/>
                <a:gd name="connsiteX5" fmla="*/ 173772 w 182906"/>
                <a:gd name="connsiteY5" fmla="*/ 64754 h 153227"/>
                <a:gd name="connsiteX6" fmla="*/ 182906 w 182906"/>
                <a:gd name="connsiteY6" fmla="*/ 153188 h 153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2906" h="153227">
                  <a:moveTo>
                    <a:pt x="182906" y="153227"/>
                  </a:moveTo>
                  <a:lnTo>
                    <a:pt x="0" y="111545"/>
                  </a:lnTo>
                  <a:cubicBezTo>
                    <a:pt x="0" y="111545"/>
                    <a:pt x="4219" y="55040"/>
                    <a:pt x="18848" y="32941"/>
                  </a:cubicBezTo>
                  <a:cubicBezTo>
                    <a:pt x="33477" y="10842"/>
                    <a:pt x="45978" y="-1929"/>
                    <a:pt x="74579" y="238"/>
                  </a:cubicBezTo>
                  <a:cubicBezTo>
                    <a:pt x="88589" y="1283"/>
                    <a:pt x="119241" y="14016"/>
                    <a:pt x="129265" y="34760"/>
                  </a:cubicBezTo>
                  <a:cubicBezTo>
                    <a:pt x="139289" y="55505"/>
                    <a:pt x="168973" y="48848"/>
                    <a:pt x="173772" y="64754"/>
                  </a:cubicBezTo>
                  <a:cubicBezTo>
                    <a:pt x="183177" y="95948"/>
                    <a:pt x="182906" y="153188"/>
                    <a:pt x="182906" y="153188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B61CC17-5BD7-A973-F1E9-20704238E3C7}"/>
                </a:ext>
              </a:extLst>
            </p:cNvPr>
            <p:cNvSpPr/>
            <p:nvPr/>
          </p:nvSpPr>
          <p:spPr>
            <a:xfrm>
              <a:off x="2483163" y="465173"/>
              <a:ext cx="1331433" cy="585110"/>
            </a:xfrm>
            <a:custGeom>
              <a:avLst/>
              <a:gdLst>
                <a:gd name="connsiteX0" fmla="*/ 1293849 w 1331433"/>
                <a:gd name="connsiteY0" fmla="*/ 195780 h 585110"/>
                <a:gd name="connsiteX1" fmla="*/ 885929 w 1331433"/>
                <a:gd name="connsiteY1" fmla="*/ 5018 h 585110"/>
                <a:gd name="connsiteX2" fmla="*/ 440546 w 1331433"/>
                <a:gd name="connsiteY2" fmla="*/ 6218 h 585110"/>
                <a:gd name="connsiteX3" fmla="*/ 23958 w 1331433"/>
                <a:gd name="connsiteY3" fmla="*/ 172714 h 585110"/>
                <a:gd name="connsiteX4" fmla="*/ 70400 w 1331433"/>
                <a:gd name="connsiteY4" fmla="*/ 452065 h 585110"/>
                <a:gd name="connsiteX5" fmla="*/ 400877 w 1331433"/>
                <a:gd name="connsiteY5" fmla="*/ 568132 h 585110"/>
                <a:gd name="connsiteX6" fmla="*/ 952187 w 1331433"/>
                <a:gd name="connsiteY6" fmla="*/ 573280 h 585110"/>
                <a:gd name="connsiteX7" fmla="*/ 1298299 w 1331433"/>
                <a:gd name="connsiteY7" fmla="*/ 442196 h 585110"/>
                <a:gd name="connsiteX8" fmla="*/ 1293810 w 1331433"/>
                <a:gd name="connsiteY8" fmla="*/ 195819 h 585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1433" h="585110">
                  <a:moveTo>
                    <a:pt x="1293849" y="195780"/>
                  </a:moveTo>
                  <a:cubicBezTo>
                    <a:pt x="1270086" y="129213"/>
                    <a:pt x="1064462" y="11829"/>
                    <a:pt x="885929" y="5018"/>
                  </a:cubicBezTo>
                  <a:cubicBezTo>
                    <a:pt x="716221" y="-1484"/>
                    <a:pt x="638623" y="-2258"/>
                    <a:pt x="440546" y="6218"/>
                  </a:cubicBezTo>
                  <a:cubicBezTo>
                    <a:pt x="247694" y="14500"/>
                    <a:pt x="60260" y="138308"/>
                    <a:pt x="23958" y="172714"/>
                  </a:cubicBezTo>
                  <a:cubicBezTo>
                    <a:pt x="-12384" y="207120"/>
                    <a:pt x="-15015" y="377331"/>
                    <a:pt x="70400" y="452065"/>
                  </a:cubicBezTo>
                  <a:cubicBezTo>
                    <a:pt x="155815" y="526799"/>
                    <a:pt x="266852" y="550136"/>
                    <a:pt x="400877" y="568132"/>
                  </a:cubicBezTo>
                  <a:cubicBezTo>
                    <a:pt x="534902" y="586129"/>
                    <a:pt x="833527" y="592786"/>
                    <a:pt x="952187" y="573280"/>
                  </a:cubicBezTo>
                  <a:cubicBezTo>
                    <a:pt x="1070886" y="553774"/>
                    <a:pt x="1233938" y="498469"/>
                    <a:pt x="1298299" y="442196"/>
                  </a:cubicBezTo>
                  <a:cubicBezTo>
                    <a:pt x="1362661" y="385923"/>
                    <a:pt x="1317573" y="262386"/>
                    <a:pt x="1293810" y="195819"/>
                  </a:cubicBezTo>
                  <a:close/>
                </a:path>
              </a:pathLst>
            </a:custGeom>
            <a:gradFill>
              <a:gsLst>
                <a:gs pos="0">
                  <a:srgbClr val="FB8381"/>
                </a:gs>
                <a:gs pos="50000">
                  <a:srgbClr val="FA6D6C"/>
                </a:gs>
                <a:gs pos="100000">
                  <a:srgbClr val="FA5858"/>
                </a:gs>
              </a:gsLst>
              <a:lin ang="666312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4574018B-E5CA-C15D-17D1-FF48FD414E8F}"/>
                </a:ext>
              </a:extLst>
            </p:cNvPr>
            <p:cNvSpPr/>
            <p:nvPr/>
          </p:nvSpPr>
          <p:spPr>
            <a:xfrm>
              <a:off x="2444002" y="433058"/>
              <a:ext cx="274780" cy="484179"/>
            </a:xfrm>
            <a:custGeom>
              <a:avLst/>
              <a:gdLst>
                <a:gd name="connsiteX0" fmla="*/ 109561 w 274780"/>
                <a:gd name="connsiteY0" fmla="*/ 484180 h 484179"/>
                <a:gd name="connsiteX1" fmla="*/ 228 w 274780"/>
                <a:gd name="connsiteY1" fmla="*/ 145924 h 484179"/>
                <a:gd name="connsiteX2" fmla="*/ 122217 w 274780"/>
                <a:gd name="connsiteY2" fmla="*/ 869 h 484179"/>
                <a:gd name="connsiteX3" fmla="*/ 274780 w 274780"/>
                <a:gd name="connsiteY3" fmla="*/ 114111 h 484179"/>
                <a:gd name="connsiteX4" fmla="*/ 109561 w 274780"/>
                <a:gd name="connsiteY4" fmla="*/ 484180 h 484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780" h="484179">
                  <a:moveTo>
                    <a:pt x="109561" y="484180"/>
                  </a:moveTo>
                  <a:cubicBezTo>
                    <a:pt x="34866" y="450393"/>
                    <a:pt x="-3332" y="240202"/>
                    <a:pt x="228" y="145924"/>
                  </a:cubicBezTo>
                  <a:cubicBezTo>
                    <a:pt x="3789" y="51646"/>
                    <a:pt x="27939" y="13292"/>
                    <a:pt x="122217" y="869"/>
                  </a:cubicBezTo>
                  <a:cubicBezTo>
                    <a:pt x="216495" y="-11593"/>
                    <a:pt x="274780" y="114111"/>
                    <a:pt x="274780" y="114111"/>
                  </a:cubicBezTo>
                  <a:lnTo>
                    <a:pt x="109561" y="484180"/>
                  </a:lnTo>
                  <a:close/>
                </a:path>
              </a:pathLst>
            </a:custGeom>
            <a:gradFill>
              <a:gsLst>
                <a:gs pos="0">
                  <a:srgbClr val="FB8381"/>
                </a:gs>
                <a:gs pos="50000">
                  <a:srgbClr val="FA6D6C"/>
                </a:gs>
                <a:gs pos="100000">
                  <a:srgbClr val="FA5858"/>
                </a:gs>
              </a:gsLst>
              <a:lin ang="666312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562FB9B4-E492-CD0E-344C-4962CF374314}"/>
                </a:ext>
              </a:extLst>
            </p:cNvPr>
            <p:cNvSpPr/>
            <p:nvPr/>
          </p:nvSpPr>
          <p:spPr>
            <a:xfrm>
              <a:off x="3323499" y="1318578"/>
              <a:ext cx="291970" cy="361435"/>
            </a:xfrm>
            <a:custGeom>
              <a:avLst/>
              <a:gdLst>
                <a:gd name="connsiteX0" fmla="*/ 95790 w 291970"/>
                <a:gd name="connsiteY0" fmla="*/ 83093 h 361435"/>
                <a:gd name="connsiteX1" fmla="*/ 36847 w 291970"/>
                <a:gd name="connsiteY1" fmla="*/ 138514 h 361435"/>
                <a:gd name="connsiteX2" fmla="*/ 3 w 291970"/>
                <a:gd name="connsiteY2" fmla="*/ 187627 h 361435"/>
                <a:gd name="connsiteX3" fmla="*/ 31932 w 291970"/>
                <a:gd name="connsiteY3" fmla="*/ 204811 h 361435"/>
                <a:gd name="connsiteX4" fmla="*/ 92268 w 291970"/>
                <a:gd name="connsiteY4" fmla="*/ 152176 h 361435"/>
                <a:gd name="connsiteX5" fmla="*/ 139988 w 291970"/>
                <a:gd name="connsiteY5" fmla="*/ 136386 h 361435"/>
                <a:gd name="connsiteX6" fmla="*/ 193281 w 291970"/>
                <a:gd name="connsiteY6" fmla="*/ 169360 h 361435"/>
                <a:gd name="connsiteX7" fmla="*/ 216270 w 291970"/>
                <a:gd name="connsiteY7" fmla="*/ 259884 h 361435"/>
                <a:gd name="connsiteX8" fmla="*/ 148425 w 291970"/>
                <a:gd name="connsiteY8" fmla="*/ 325136 h 361435"/>
                <a:gd name="connsiteX9" fmla="*/ 126907 w 291970"/>
                <a:gd name="connsiteY9" fmla="*/ 357026 h 361435"/>
                <a:gd name="connsiteX10" fmla="*/ 185192 w 291970"/>
                <a:gd name="connsiteY10" fmla="*/ 351066 h 361435"/>
                <a:gd name="connsiteX11" fmla="*/ 247270 w 291970"/>
                <a:gd name="connsiteY11" fmla="*/ 297386 h 361435"/>
                <a:gd name="connsiteX12" fmla="*/ 280244 w 291970"/>
                <a:gd name="connsiteY12" fmla="*/ 139172 h 361435"/>
                <a:gd name="connsiteX13" fmla="*/ 291971 w 291970"/>
                <a:gd name="connsiteY13" fmla="*/ 34832 h 361435"/>
                <a:gd name="connsiteX14" fmla="*/ 196532 w 291970"/>
                <a:gd name="connsiteY14" fmla="*/ 0 h 361435"/>
                <a:gd name="connsiteX15" fmla="*/ 160384 w 291970"/>
                <a:gd name="connsiteY15" fmla="*/ 42108 h 361435"/>
                <a:gd name="connsiteX16" fmla="*/ 95713 w 291970"/>
                <a:gd name="connsiteY16" fmla="*/ 83055 h 3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91970" h="361435">
                  <a:moveTo>
                    <a:pt x="95790" y="83093"/>
                  </a:moveTo>
                  <a:cubicBezTo>
                    <a:pt x="82516" y="94433"/>
                    <a:pt x="41762" y="128336"/>
                    <a:pt x="36847" y="138514"/>
                  </a:cubicBezTo>
                  <a:cubicBezTo>
                    <a:pt x="31932" y="148693"/>
                    <a:pt x="-346" y="175011"/>
                    <a:pt x="3" y="187627"/>
                  </a:cubicBezTo>
                  <a:cubicBezTo>
                    <a:pt x="351" y="200244"/>
                    <a:pt x="12620" y="210075"/>
                    <a:pt x="31932" y="204811"/>
                  </a:cubicBezTo>
                  <a:cubicBezTo>
                    <a:pt x="51244" y="199548"/>
                    <a:pt x="74388" y="166573"/>
                    <a:pt x="92268" y="152176"/>
                  </a:cubicBezTo>
                  <a:cubicBezTo>
                    <a:pt x="110149" y="137779"/>
                    <a:pt x="127720" y="134296"/>
                    <a:pt x="139988" y="136386"/>
                  </a:cubicBezTo>
                  <a:cubicBezTo>
                    <a:pt x="152256" y="138476"/>
                    <a:pt x="184689" y="157324"/>
                    <a:pt x="193281" y="169360"/>
                  </a:cubicBezTo>
                  <a:cubicBezTo>
                    <a:pt x="201872" y="181358"/>
                    <a:pt x="220101" y="217080"/>
                    <a:pt x="216270" y="259884"/>
                  </a:cubicBezTo>
                  <a:cubicBezTo>
                    <a:pt x="212400" y="302689"/>
                    <a:pt x="177219" y="316466"/>
                    <a:pt x="148425" y="325136"/>
                  </a:cubicBezTo>
                  <a:cubicBezTo>
                    <a:pt x="119669" y="333805"/>
                    <a:pt x="121063" y="352769"/>
                    <a:pt x="126907" y="357026"/>
                  </a:cubicBezTo>
                  <a:cubicBezTo>
                    <a:pt x="132751" y="361283"/>
                    <a:pt x="157133" y="366508"/>
                    <a:pt x="185192" y="351066"/>
                  </a:cubicBezTo>
                  <a:cubicBezTo>
                    <a:pt x="213251" y="335624"/>
                    <a:pt x="240265" y="331057"/>
                    <a:pt x="247270" y="297386"/>
                  </a:cubicBezTo>
                  <a:cubicBezTo>
                    <a:pt x="254275" y="263716"/>
                    <a:pt x="281986" y="174933"/>
                    <a:pt x="280244" y="139172"/>
                  </a:cubicBezTo>
                  <a:cubicBezTo>
                    <a:pt x="278503" y="103373"/>
                    <a:pt x="291971" y="34832"/>
                    <a:pt x="291971" y="34832"/>
                  </a:cubicBezTo>
                  <a:lnTo>
                    <a:pt x="196532" y="0"/>
                  </a:lnTo>
                  <a:cubicBezTo>
                    <a:pt x="196532" y="0"/>
                    <a:pt x="181438" y="29839"/>
                    <a:pt x="160384" y="42108"/>
                  </a:cubicBezTo>
                  <a:cubicBezTo>
                    <a:pt x="139330" y="54376"/>
                    <a:pt x="108988" y="71715"/>
                    <a:pt x="95713" y="83055"/>
                  </a:cubicBezTo>
                  <a:close/>
                </a:path>
              </a:pathLst>
            </a:custGeom>
            <a:solidFill>
              <a:srgbClr val="F4B795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D6A6FFA8-8E09-0E2E-BE44-0DC7B37495D5}"/>
                </a:ext>
              </a:extLst>
            </p:cNvPr>
            <p:cNvSpPr/>
            <p:nvPr/>
          </p:nvSpPr>
          <p:spPr>
            <a:xfrm>
              <a:off x="3503311" y="1272251"/>
              <a:ext cx="151866" cy="106499"/>
            </a:xfrm>
            <a:custGeom>
              <a:avLst/>
              <a:gdLst>
                <a:gd name="connsiteX0" fmla="*/ 20667 w 151866"/>
                <a:gd name="connsiteY0" fmla="*/ 0 h 106499"/>
                <a:gd name="connsiteX1" fmla="*/ 0 w 151866"/>
                <a:gd name="connsiteY1" fmla="*/ 58982 h 106499"/>
                <a:gd name="connsiteX2" fmla="*/ 117770 w 151866"/>
                <a:gd name="connsiteY2" fmla="*/ 105386 h 106499"/>
                <a:gd name="connsiteX3" fmla="*/ 151867 w 151866"/>
                <a:gd name="connsiteY3" fmla="*/ 36032 h 106499"/>
                <a:gd name="connsiteX4" fmla="*/ 20667 w 151866"/>
                <a:gd name="connsiteY4" fmla="*/ 0 h 106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66" h="106499">
                  <a:moveTo>
                    <a:pt x="20667" y="0"/>
                  </a:moveTo>
                  <a:cubicBezTo>
                    <a:pt x="20667" y="0"/>
                    <a:pt x="0" y="48378"/>
                    <a:pt x="0" y="58982"/>
                  </a:cubicBezTo>
                  <a:cubicBezTo>
                    <a:pt x="0" y="69586"/>
                    <a:pt x="107514" y="114055"/>
                    <a:pt x="117770" y="105386"/>
                  </a:cubicBezTo>
                  <a:cubicBezTo>
                    <a:pt x="128026" y="96716"/>
                    <a:pt x="151867" y="36032"/>
                    <a:pt x="151867" y="36032"/>
                  </a:cubicBezTo>
                  <a:lnTo>
                    <a:pt x="20667" y="0"/>
                  </a:lnTo>
                  <a:close/>
                </a:path>
              </a:pathLst>
            </a:custGeom>
            <a:gradFill>
              <a:gsLst>
                <a:gs pos="0">
                  <a:srgbClr val="FB8381"/>
                </a:gs>
                <a:gs pos="50000">
                  <a:srgbClr val="FA6D6C"/>
                </a:gs>
                <a:gs pos="100000">
                  <a:srgbClr val="FA5858"/>
                </a:gs>
              </a:gsLst>
              <a:lin ang="666312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497FAE8-1F29-8EA8-8B7E-25276B47C09B}"/>
                </a:ext>
              </a:extLst>
            </p:cNvPr>
            <p:cNvSpPr/>
            <p:nvPr/>
          </p:nvSpPr>
          <p:spPr>
            <a:xfrm>
              <a:off x="3508149" y="533623"/>
              <a:ext cx="322570" cy="802038"/>
            </a:xfrm>
            <a:custGeom>
              <a:avLst/>
              <a:gdLst>
                <a:gd name="connsiteX0" fmla="*/ 0 w 322570"/>
                <a:gd name="connsiteY0" fmla="*/ 732204 h 802038"/>
                <a:gd name="connsiteX1" fmla="*/ 32277 w 322570"/>
                <a:gd name="connsiteY1" fmla="*/ 561721 h 802038"/>
                <a:gd name="connsiteX2" fmla="*/ 19815 w 322570"/>
                <a:gd name="connsiteY2" fmla="*/ 441048 h 802038"/>
                <a:gd name="connsiteX3" fmla="*/ 103257 w 322570"/>
                <a:gd name="connsiteY3" fmla="*/ 0 h 802038"/>
                <a:gd name="connsiteX4" fmla="*/ 300908 w 322570"/>
                <a:gd name="connsiteY4" fmla="*/ 185421 h 802038"/>
                <a:gd name="connsiteX5" fmla="*/ 295529 w 322570"/>
                <a:gd name="connsiteY5" fmla="*/ 584401 h 802038"/>
                <a:gd name="connsiteX6" fmla="*/ 158601 w 322570"/>
                <a:gd name="connsiteY6" fmla="*/ 796449 h 802038"/>
                <a:gd name="connsiteX7" fmla="*/ 0 w 322570"/>
                <a:gd name="connsiteY7" fmla="*/ 732204 h 802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2570" h="802038">
                  <a:moveTo>
                    <a:pt x="0" y="732204"/>
                  </a:moveTo>
                  <a:cubicBezTo>
                    <a:pt x="-39" y="697798"/>
                    <a:pt x="28678" y="611453"/>
                    <a:pt x="32277" y="561721"/>
                  </a:cubicBezTo>
                  <a:cubicBezTo>
                    <a:pt x="35838" y="511989"/>
                    <a:pt x="19815" y="441048"/>
                    <a:pt x="19815" y="441048"/>
                  </a:cubicBezTo>
                  <a:lnTo>
                    <a:pt x="103257" y="0"/>
                  </a:lnTo>
                  <a:cubicBezTo>
                    <a:pt x="103257" y="0"/>
                    <a:pt x="266386" y="40753"/>
                    <a:pt x="300908" y="185421"/>
                  </a:cubicBezTo>
                  <a:cubicBezTo>
                    <a:pt x="335430" y="330090"/>
                    <a:pt x="324981" y="520542"/>
                    <a:pt x="295529" y="584401"/>
                  </a:cubicBezTo>
                  <a:cubicBezTo>
                    <a:pt x="266077" y="648259"/>
                    <a:pt x="185731" y="773538"/>
                    <a:pt x="158601" y="796449"/>
                  </a:cubicBezTo>
                  <a:cubicBezTo>
                    <a:pt x="131509" y="819361"/>
                    <a:pt x="39" y="766649"/>
                    <a:pt x="0" y="732204"/>
                  </a:cubicBezTo>
                  <a:close/>
                </a:path>
              </a:pathLst>
            </a:custGeom>
            <a:gradFill>
              <a:gsLst>
                <a:gs pos="0">
                  <a:srgbClr val="FB8381"/>
                </a:gs>
                <a:gs pos="50000">
                  <a:srgbClr val="FA6D6C"/>
                </a:gs>
                <a:gs pos="100000">
                  <a:srgbClr val="FA5858"/>
                </a:gs>
              </a:gsLst>
              <a:lin ang="666312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C0B7B93E-DF2F-3866-857F-238B3F18BE4B}"/>
                </a:ext>
              </a:extLst>
            </p:cNvPr>
            <p:cNvSpPr/>
            <p:nvPr/>
          </p:nvSpPr>
          <p:spPr>
            <a:xfrm>
              <a:off x="2614081" y="621872"/>
              <a:ext cx="1055927" cy="329966"/>
            </a:xfrm>
            <a:custGeom>
              <a:avLst/>
              <a:gdLst>
                <a:gd name="connsiteX0" fmla="*/ 632 w 1055927"/>
                <a:gd name="connsiteY0" fmla="*/ 144273 h 329966"/>
                <a:gd name="connsiteX1" fmla="*/ 477789 w 1055927"/>
                <a:gd name="connsiteY1" fmla="*/ 263 h 329966"/>
                <a:gd name="connsiteX2" fmla="*/ 1055339 w 1055927"/>
                <a:gd name="connsiteY2" fmla="*/ 175080 h 329966"/>
                <a:gd name="connsiteX3" fmla="*/ 528721 w 1055927"/>
                <a:gd name="connsiteY3" fmla="*/ 329694 h 329966"/>
                <a:gd name="connsiteX4" fmla="*/ 670 w 1055927"/>
                <a:gd name="connsiteY4" fmla="*/ 144273 h 32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927" h="329966">
                  <a:moveTo>
                    <a:pt x="632" y="144273"/>
                  </a:moveTo>
                  <a:cubicBezTo>
                    <a:pt x="-13069" y="-12741"/>
                    <a:pt x="197741" y="263"/>
                    <a:pt x="477789" y="263"/>
                  </a:cubicBezTo>
                  <a:cubicBezTo>
                    <a:pt x="757837" y="263"/>
                    <a:pt x="1037614" y="6687"/>
                    <a:pt x="1055339" y="175080"/>
                  </a:cubicBezTo>
                  <a:cubicBezTo>
                    <a:pt x="1073065" y="343472"/>
                    <a:pt x="685387" y="329694"/>
                    <a:pt x="528721" y="329694"/>
                  </a:cubicBezTo>
                  <a:cubicBezTo>
                    <a:pt x="372055" y="329694"/>
                    <a:pt x="14371" y="301287"/>
                    <a:pt x="670" y="144273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B9132880-A22C-FE39-6DBC-06F51E32654E}"/>
                </a:ext>
              </a:extLst>
            </p:cNvPr>
            <p:cNvSpPr/>
            <p:nvPr/>
          </p:nvSpPr>
          <p:spPr>
            <a:xfrm>
              <a:off x="2828003" y="524960"/>
              <a:ext cx="648604" cy="668762"/>
            </a:xfrm>
            <a:custGeom>
              <a:avLst/>
              <a:gdLst>
                <a:gd name="connsiteX0" fmla="*/ 214831 w 648604"/>
                <a:gd name="connsiteY0" fmla="*/ 571856 h 668762"/>
                <a:gd name="connsiteX1" fmla="*/ 46710 w 648604"/>
                <a:gd name="connsiteY1" fmla="*/ 415964 h 668762"/>
                <a:gd name="connsiteX2" fmla="*/ 6963 w 648604"/>
                <a:gd name="connsiteY2" fmla="*/ 269322 h 668762"/>
                <a:gd name="connsiteX3" fmla="*/ 69118 w 648604"/>
                <a:gd name="connsiteY3" fmla="*/ 123183 h 668762"/>
                <a:gd name="connsiteX4" fmla="*/ 216224 w 648604"/>
                <a:gd name="connsiteY4" fmla="*/ 10560 h 668762"/>
                <a:gd name="connsiteX5" fmla="*/ 358532 w 648604"/>
                <a:gd name="connsiteY5" fmla="*/ 27937 h 668762"/>
                <a:gd name="connsiteX6" fmla="*/ 561563 w 648604"/>
                <a:gd name="connsiteY6" fmla="*/ 56654 h 668762"/>
                <a:gd name="connsiteX7" fmla="*/ 609089 w 648604"/>
                <a:gd name="connsiteY7" fmla="*/ 197723 h 668762"/>
                <a:gd name="connsiteX8" fmla="*/ 631768 w 648604"/>
                <a:gd name="connsiteY8" fmla="*/ 376410 h 668762"/>
                <a:gd name="connsiteX9" fmla="*/ 564891 w 648604"/>
                <a:gd name="connsiteY9" fmla="*/ 444642 h 668762"/>
                <a:gd name="connsiteX10" fmla="*/ 479360 w 648604"/>
                <a:gd name="connsiteY10" fmla="*/ 585246 h 668762"/>
                <a:gd name="connsiteX11" fmla="*/ 309806 w 648604"/>
                <a:gd name="connsiteY11" fmla="*/ 668456 h 668762"/>
                <a:gd name="connsiteX12" fmla="*/ 214792 w 648604"/>
                <a:gd name="connsiteY12" fmla="*/ 571856 h 668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48604" h="668762">
                  <a:moveTo>
                    <a:pt x="214831" y="571856"/>
                  </a:moveTo>
                  <a:cubicBezTo>
                    <a:pt x="34054" y="554517"/>
                    <a:pt x="54682" y="458304"/>
                    <a:pt x="46710" y="415964"/>
                  </a:cubicBezTo>
                  <a:cubicBezTo>
                    <a:pt x="38737" y="373585"/>
                    <a:pt x="-19819" y="331980"/>
                    <a:pt x="6963" y="269322"/>
                  </a:cubicBezTo>
                  <a:cubicBezTo>
                    <a:pt x="33783" y="206702"/>
                    <a:pt x="64242" y="217113"/>
                    <a:pt x="69118" y="123183"/>
                  </a:cubicBezTo>
                  <a:cubicBezTo>
                    <a:pt x="73994" y="29214"/>
                    <a:pt x="144007" y="-9023"/>
                    <a:pt x="216224" y="10560"/>
                  </a:cubicBezTo>
                  <a:cubicBezTo>
                    <a:pt x="288443" y="30143"/>
                    <a:pt x="287127" y="63156"/>
                    <a:pt x="358532" y="27937"/>
                  </a:cubicBezTo>
                  <a:cubicBezTo>
                    <a:pt x="429898" y="-7282"/>
                    <a:pt x="543257" y="-20363"/>
                    <a:pt x="561563" y="56654"/>
                  </a:cubicBezTo>
                  <a:cubicBezTo>
                    <a:pt x="579830" y="133632"/>
                    <a:pt x="563111" y="155499"/>
                    <a:pt x="609089" y="197723"/>
                  </a:cubicBezTo>
                  <a:cubicBezTo>
                    <a:pt x="655067" y="239947"/>
                    <a:pt x="658550" y="351835"/>
                    <a:pt x="631768" y="376410"/>
                  </a:cubicBezTo>
                  <a:cubicBezTo>
                    <a:pt x="604986" y="400947"/>
                    <a:pt x="564891" y="398974"/>
                    <a:pt x="564891" y="444642"/>
                  </a:cubicBezTo>
                  <a:cubicBezTo>
                    <a:pt x="564891" y="490310"/>
                    <a:pt x="567252" y="571468"/>
                    <a:pt x="479360" y="585246"/>
                  </a:cubicBezTo>
                  <a:cubicBezTo>
                    <a:pt x="391467" y="599024"/>
                    <a:pt x="370027" y="674145"/>
                    <a:pt x="309806" y="668456"/>
                  </a:cubicBezTo>
                  <a:cubicBezTo>
                    <a:pt x="262977" y="664044"/>
                    <a:pt x="214792" y="571856"/>
                    <a:pt x="214792" y="571856"/>
                  </a:cubicBezTo>
                  <a:close/>
                </a:path>
              </a:pathLst>
            </a:custGeom>
            <a:solidFill>
              <a:srgbClr val="2D1917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D3D07AA5-3FEB-A5C0-0AB8-97DF75F1E5B9}"/>
                </a:ext>
              </a:extLst>
            </p:cNvPr>
            <p:cNvSpPr/>
            <p:nvPr/>
          </p:nvSpPr>
          <p:spPr>
            <a:xfrm>
              <a:off x="2915843" y="676293"/>
              <a:ext cx="244188" cy="396748"/>
            </a:xfrm>
            <a:custGeom>
              <a:avLst/>
              <a:gdLst>
                <a:gd name="connsiteX0" fmla="*/ 11195 w 244188"/>
                <a:gd name="connsiteY0" fmla="*/ 133276 h 396748"/>
                <a:gd name="connsiteX1" fmla="*/ 35229 w 244188"/>
                <a:gd name="connsiteY1" fmla="*/ 251278 h 396748"/>
                <a:gd name="connsiteX2" fmla="*/ 77917 w 244188"/>
                <a:gd name="connsiteY2" fmla="*/ 347337 h 396748"/>
                <a:gd name="connsiteX3" fmla="*/ 205982 w 244188"/>
                <a:gd name="connsiteY3" fmla="*/ 392695 h 396748"/>
                <a:gd name="connsiteX4" fmla="*/ 195919 w 244188"/>
                <a:gd name="connsiteY4" fmla="*/ 123794 h 396748"/>
                <a:gd name="connsiteX5" fmla="*/ 66074 w 244188"/>
                <a:gd name="connsiteY5" fmla="*/ 2231 h 396748"/>
                <a:gd name="connsiteX6" fmla="*/ 11233 w 244188"/>
                <a:gd name="connsiteY6" fmla="*/ 133276 h 39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188" h="396748">
                  <a:moveTo>
                    <a:pt x="11195" y="133276"/>
                  </a:moveTo>
                  <a:cubicBezTo>
                    <a:pt x="-24063" y="187226"/>
                    <a:pt x="35229" y="227554"/>
                    <a:pt x="35229" y="251278"/>
                  </a:cubicBezTo>
                  <a:cubicBezTo>
                    <a:pt x="35229" y="275002"/>
                    <a:pt x="11504" y="345092"/>
                    <a:pt x="77917" y="347337"/>
                  </a:cubicBezTo>
                  <a:cubicBezTo>
                    <a:pt x="144330" y="349543"/>
                    <a:pt x="157411" y="413169"/>
                    <a:pt x="205982" y="392695"/>
                  </a:cubicBezTo>
                  <a:cubicBezTo>
                    <a:pt x="254553" y="372222"/>
                    <a:pt x="262642" y="213776"/>
                    <a:pt x="195919" y="123794"/>
                  </a:cubicBezTo>
                  <a:cubicBezTo>
                    <a:pt x="129197" y="33811"/>
                    <a:pt x="120025" y="-10812"/>
                    <a:pt x="66074" y="2231"/>
                  </a:cubicBezTo>
                  <a:cubicBezTo>
                    <a:pt x="12123" y="15273"/>
                    <a:pt x="46491" y="79325"/>
                    <a:pt x="11233" y="133276"/>
                  </a:cubicBez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46A3E50-94A8-15CC-ED62-C95926BF7DAF}"/>
                </a:ext>
              </a:extLst>
            </p:cNvPr>
            <p:cNvSpPr/>
            <p:nvPr/>
          </p:nvSpPr>
          <p:spPr>
            <a:xfrm rot="21259200">
              <a:off x="3343978" y="1472339"/>
              <a:ext cx="203650" cy="203650"/>
            </a:xfrm>
            <a:custGeom>
              <a:avLst/>
              <a:gdLst>
                <a:gd name="connsiteX0" fmla="*/ 203650 w 203650"/>
                <a:gd name="connsiteY0" fmla="*/ 101825 h 203650"/>
                <a:gd name="connsiteX1" fmla="*/ 101825 w 203650"/>
                <a:gd name="connsiteY1" fmla="*/ 203650 h 203650"/>
                <a:gd name="connsiteX2" fmla="*/ 0 w 203650"/>
                <a:gd name="connsiteY2" fmla="*/ 101825 h 203650"/>
                <a:gd name="connsiteX3" fmla="*/ 101825 w 203650"/>
                <a:gd name="connsiteY3" fmla="*/ 0 h 203650"/>
                <a:gd name="connsiteX4" fmla="*/ 203650 w 203650"/>
                <a:gd name="connsiteY4" fmla="*/ 101825 h 203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650" h="203650">
                  <a:moveTo>
                    <a:pt x="203650" y="101825"/>
                  </a:moveTo>
                  <a:cubicBezTo>
                    <a:pt x="203650" y="158061"/>
                    <a:pt x="158062" y="203650"/>
                    <a:pt x="101825" y="203650"/>
                  </a:cubicBezTo>
                  <a:cubicBezTo>
                    <a:pt x="45589" y="203650"/>
                    <a:pt x="0" y="158061"/>
                    <a:pt x="0" y="101825"/>
                  </a:cubicBezTo>
                  <a:cubicBezTo>
                    <a:pt x="0" y="45589"/>
                    <a:pt x="45589" y="0"/>
                    <a:pt x="101825" y="0"/>
                  </a:cubicBezTo>
                  <a:cubicBezTo>
                    <a:pt x="158062" y="0"/>
                    <a:pt x="203650" y="45589"/>
                    <a:pt x="203650" y="101825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340800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66AC3CAF-F114-3617-D903-523CE9A35515}"/>
                </a:ext>
              </a:extLst>
            </p:cNvPr>
            <p:cNvSpPr/>
            <p:nvPr/>
          </p:nvSpPr>
          <p:spPr>
            <a:xfrm rot="20896200">
              <a:off x="3369539" y="1497706"/>
              <a:ext cx="152718" cy="152718"/>
            </a:xfrm>
            <a:custGeom>
              <a:avLst/>
              <a:gdLst>
                <a:gd name="connsiteX0" fmla="*/ 152718 w 152718"/>
                <a:gd name="connsiteY0" fmla="*/ 76359 h 152718"/>
                <a:gd name="connsiteX1" fmla="*/ 76359 w 152718"/>
                <a:gd name="connsiteY1" fmla="*/ 152718 h 152718"/>
                <a:gd name="connsiteX2" fmla="*/ 0 w 152718"/>
                <a:gd name="connsiteY2" fmla="*/ 76359 h 152718"/>
                <a:gd name="connsiteX3" fmla="*/ 76359 w 152718"/>
                <a:gd name="connsiteY3" fmla="*/ 0 h 152718"/>
                <a:gd name="connsiteX4" fmla="*/ 152718 w 152718"/>
                <a:gd name="connsiteY4" fmla="*/ 76359 h 152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718" h="152718">
                  <a:moveTo>
                    <a:pt x="152718" y="76359"/>
                  </a:moveTo>
                  <a:cubicBezTo>
                    <a:pt x="152718" y="118531"/>
                    <a:pt x="118531" y="152718"/>
                    <a:pt x="76359" y="152718"/>
                  </a:cubicBezTo>
                  <a:cubicBezTo>
                    <a:pt x="34187" y="152718"/>
                    <a:pt x="0" y="118531"/>
                    <a:pt x="0" y="76359"/>
                  </a:cubicBezTo>
                  <a:cubicBezTo>
                    <a:pt x="0" y="34187"/>
                    <a:pt x="34187" y="0"/>
                    <a:pt x="76359" y="0"/>
                  </a:cubicBezTo>
                  <a:cubicBezTo>
                    <a:pt x="118531" y="0"/>
                    <a:pt x="152718" y="34187"/>
                    <a:pt x="152718" y="76359"/>
                  </a:cubicBezTo>
                  <a:close/>
                </a:path>
              </a:pathLst>
            </a:custGeom>
            <a:solidFill>
              <a:srgbClr val="C9C9C9"/>
            </a:soli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8254BAA8-9C2C-612A-A1DD-C230D6793025}"/>
                </a:ext>
              </a:extLst>
            </p:cNvPr>
            <p:cNvSpPr/>
            <p:nvPr/>
          </p:nvSpPr>
          <p:spPr>
            <a:xfrm rot="20266199">
              <a:off x="3358304" y="1486589"/>
              <a:ext cx="143894" cy="143894"/>
            </a:xfrm>
            <a:custGeom>
              <a:avLst/>
              <a:gdLst>
                <a:gd name="connsiteX0" fmla="*/ 143894 w 143894"/>
                <a:gd name="connsiteY0" fmla="*/ 71947 h 143894"/>
                <a:gd name="connsiteX1" fmla="*/ 71947 w 143894"/>
                <a:gd name="connsiteY1" fmla="*/ 143894 h 143894"/>
                <a:gd name="connsiteX2" fmla="*/ 0 w 143894"/>
                <a:gd name="connsiteY2" fmla="*/ 71947 h 143894"/>
                <a:gd name="connsiteX3" fmla="*/ 71947 w 143894"/>
                <a:gd name="connsiteY3" fmla="*/ 0 h 143894"/>
                <a:gd name="connsiteX4" fmla="*/ 143894 w 143894"/>
                <a:gd name="connsiteY4" fmla="*/ 71947 h 143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894" h="143894">
                  <a:moveTo>
                    <a:pt x="143894" y="71947"/>
                  </a:moveTo>
                  <a:cubicBezTo>
                    <a:pt x="143894" y="111682"/>
                    <a:pt x="111683" y="143894"/>
                    <a:pt x="71947" y="143894"/>
                  </a:cubicBezTo>
                  <a:cubicBezTo>
                    <a:pt x="32212" y="143894"/>
                    <a:pt x="0" y="111682"/>
                    <a:pt x="0" y="71947"/>
                  </a:cubicBezTo>
                  <a:cubicBezTo>
                    <a:pt x="0" y="32212"/>
                    <a:pt x="32211" y="0"/>
                    <a:pt x="71947" y="0"/>
                  </a:cubicBezTo>
                  <a:cubicBezTo>
                    <a:pt x="111682" y="0"/>
                    <a:pt x="143894" y="32212"/>
                    <a:pt x="143894" y="71947"/>
                  </a:cubicBezTo>
                  <a:close/>
                </a:path>
              </a:pathLst>
            </a:custGeom>
            <a:gradFill>
              <a:gsLst>
                <a:gs pos="0">
                  <a:srgbClr val="F1F1F1"/>
                </a:gs>
                <a:gs pos="50000">
                  <a:srgbClr val="E9E9E9"/>
                </a:gs>
                <a:gs pos="100000">
                  <a:srgbClr val="E2E2E2"/>
                </a:gs>
              </a:gsLst>
              <a:lin ang="1333801" scaled="1"/>
            </a:gradFill>
            <a:ln w="3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37646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Whitehead</dc:creator>
  <cp:lastModifiedBy>Ryan Whitehead</cp:lastModifiedBy>
  <cp:revision>1</cp:revision>
  <dcterms:created xsi:type="dcterms:W3CDTF">2025-08-21T13:13:29Z</dcterms:created>
  <dcterms:modified xsi:type="dcterms:W3CDTF">2025-08-21T13:13:29Z</dcterms:modified>
</cp:coreProperties>
</file>