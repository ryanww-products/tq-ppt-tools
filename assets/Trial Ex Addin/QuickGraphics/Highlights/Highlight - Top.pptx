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5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6B65-D5B3-A1BC-44A5-A8FF66B1A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33472-2374-98F5-7B7D-A222A9E87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A98B3-3B9C-97EB-A701-FB0583F0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5248-4480-4F71-B44E-4C11C13C1E17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AC2C2-3AAA-E9FF-00A6-B71C22ADB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38AF1-1CE8-380F-49DF-A84961AE2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91C7-1A83-4D2A-9F60-08E18ABFD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2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B92F4-F3F3-6D54-DF10-B9876254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331DE-AC60-3183-99B5-A81642080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C0BCA-7A56-9D02-73FD-1F1285689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5248-4480-4F71-B44E-4C11C13C1E17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D7719-ABA3-0FB7-87EA-380ADA7E0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B8427-7313-80AE-1D2D-7BFE8112D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91C7-1A83-4D2A-9F60-08E18ABFD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7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E79A8-387B-170B-38E4-8B393CAEE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2DFE-46FD-A882-CF31-AED2B2F8E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30C81-6D5E-DC4F-7399-6CE8E146C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5248-4480-4F71-B44E-4C11C13C1E17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92E34-AD8A-5EF0-A837-BCCF3A47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F59FD-8A95-5533-7677-82F0B7193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91C7-1A83-4D2A-9F60-08E18ABFD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75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71F4-E79C-0342-5F02-A6A6BC9CD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8B97E-FFFD-22D2-3629-FA6CACD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78143F-E1EE-D186-99FE-2877327B2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AEBEF-C96B-5EEC-B99C-070A053BF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5248-4480-4F71-B44E-4C11C13C1E17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92040-9DC8-09AD-49E9-4579E47AB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A106C-7728-7A8C-A7A8-430CDDA1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91C7-1A83-4D2A-9F60-08E18ABFD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30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5C74-5A8E-F13B-D03B-ECE87714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A9444-A358-3661-F58E-C637388AF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F36C6-4BC3-12DF-FC32-A039C064A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8D9B6C-7CBD-DDF1-1585-FACF262F3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E19360-A301-8FEB-1228-9F60572C8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BF0070-C342-2D78-8AE1-5B36E62E1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5248-4480-4F71-B44E-4C11C13C1E17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EA2DDF-464C-F77A-3F59-A3656B925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9938D7-3F22-5585-8861-09C01CFB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91C7-1A83-4D2A-9F60-08E18ABFD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06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A9C0-0256-6207-A85D-9006AB486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86F698-08EB-DA6F-C2AD-E3316A96A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5248-4480-4F71-B44E-4C11C13C1E17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C4F0C-27DA-26AD-950E-5ED9F6A17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10AAF-1E21-AA07-2B83-05F6A3BDD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91C7-1A83-4D2A-9F60-08E18ABFD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9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F4C210-1929-38AD-AB39-D1D0C30EB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5248-4480-4F71-B44E-4C11C13C1E17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C5D02C-33C8-5332-0EA4-0D03C45B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D2511-457A-CB5D-54CE-EBDBCE3B7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91C7-1A83-4D2A-9F60-08E18ABFD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38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C96F-9B7C-28D3-C45C-B0F817C8C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46EF9-2564-5534-634F-684418C5B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00BC1-022C-6592-A2A2-3441104F7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39ED7-DCD2-7FD6-DD6D-256B0DD18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5248-4480-4F71-B44E-4C11C13C1E17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C4C39-0369-E7F5-264A-F91BD866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A2B4E-8993-0C39-C9AD-C9B37AE3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91C7-1A83-4D2A-9F60-08E18ABFD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65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AAE4F-7BAA-4042-C6CA-E606699C1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48BC1F-369F-E1CE-74F2-68B4BD34A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DDF4-D71A-8ACF-4E15-1EA603DDF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4E96F-BC34-1E7A-5C82-142A51E59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5248-4480-4F71-B44E-4C11C13C1E17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51815-CB14-7414-CF85-3591C470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0963A-1230-69C0-587A-540CB8264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91C7-1A83-4D2A-9F60-08E18ABFD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4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317FE-05B4-D19A-CA37-6FC58521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99F55-B22A-A031-8342-81AA5F171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82CCD-3761-AA00-CE04-0FBD40AE7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5248-4480-4F71-B44E-4C11C13C1E17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2733E-4DB6-A613-0D32-85C5DB2AB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ABF29-1062-B68F-6697-49A8AE6E8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91C7-1A83-4D2A-9F60-08E18ABFD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23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CD5D77-CB4C-181E-F6C7-1B9500F99C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6B8BC-F577-88CD-5306-5FA420DC1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32DFB-DCD6-A2EA-8E89-213488F57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5248-4480-4F71-B44E-4C11C13C1E17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9F78F-9686-64A8-E76D-57975AEDC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C1DA-8DBB-6614-E8C9-21487D33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91C7-1A83-4D2A-9F60-08E18ABFD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2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1B40B-2065-18B1-B0B1-909B01F23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DD806-8768-545C-90EF-EC52C0975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1A227-27FF-32BA-130A-97A51E14B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45248-4480-4F71-B44E-4C11C13C1E17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D6A12-4F2E-0E77-68F9-095E45F3D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4D413-A547-1EA7-7247-55864875C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A91C7-1A83-4D2A-9F60-08E18ABFD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19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0A3140-EB24-3F77-35A5-20D9715B20D4}"/>
              </a:ext>
            </a:extLst>
          </p:cNvPr>
          <p:cNvSpPr/>
          <p:nvPr/>
        </p:nvSpPr>
        <p:spPr>
          <a:xfrm>
            <a:off x="0" y="1785257"/>
            <a:ext cx="12192000" cy="16256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 INFO CAN BE HIGHLIGHTED LIKE SO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7BB45-8503-67E5-F5E4-7EED20DB366D}"/>
              </a:ext>
            </a:extLst>
          </p:cNvPr>
          <p:cNvSpPr txBox="1"/>
          <p:nvPr/>
        </p:nvSpPr>
        <p:spPr>
          <a:xfrm>
            <a:off x="378395" y="3928989"/>
            <a:ext cx="114540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Bottom text goes here 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elit, sed do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labore et dolore magna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aliqua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Vitae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mauris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vel elit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scelerisque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mauris</a:t>
            </a:r>
            <a:r>
              <a:rPr lang="en-US" sz="2800" b="1" i="1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8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70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1</cp:revision>
  <dcterms:created xsi:type="dcterms:W3CDTF">2024-01-03T14:31:36Z</dcterms:created>
  <dcterms:modified xsi:type="dcterms:W3CDTF">2024-01-03T14:31:52Z</dcterms:modified>
</cp:coreProperties>
</file>