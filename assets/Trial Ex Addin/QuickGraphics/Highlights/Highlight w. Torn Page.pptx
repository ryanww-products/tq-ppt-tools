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5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4980-2F76-FA61-82D1-FFAC4A1D7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428AC-156D-B793-90C3-A69EE644E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A97AA-BFCF-6619-32A5-6B0D7D61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2A4AF-D4C1-9171-458C-1E876390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72B3F-027E-6CA1-4EAA-0B7F4427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18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A802-3A03-6C4D-EE26-5035924B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16FF8-1FA9-8507-4565-89B928B9A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59FC9-0FA2-E548-8CAD-B0BFFC99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27FE6-F244-D29B-F0EE-59418C96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55C76-C689-082C-04EB-069F7125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7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8312C-888C-E881-B36C-D9C23FF1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A761D-1A8A-17D3-25C0-941F694B0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9946E-DCCE-4AA2-BFAA-E451D4CF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772A-4F2D-8FC3-95D4-63FC2ED3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597CC-0E59-7569-CAB2-9904401F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2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8DB0-D1F5-1A8B-8163-E9B3C1F3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D1339-F1C5-A31C-0657-4AFCD360D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1CED2-4649-91FE-E804-69B563525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0500E-7DC5-8AE4-4E0F-00A060B2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BDA89-ACB3-3D14-CEE2-BE29A53A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5931-1AFA-3D47-7EA9-58F95C82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2B31A-EC83-EB4C-E27E-5F16ABCF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3FB56-3BEA-1D50-BA23-9D0024F75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AEC7A-2FA2-8CA2-54BD-04665986C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0207A-166A-A903-E013-B11512E85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B61DA-89AA-3681-A57B-88FF37196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652B3-A3C6-9732-7862-B670574B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9450A-FCC4-6AF1-C914-18FB5773C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DB0411-70B8-1C61-6A9B-313B21E3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EF73-8CF2-DE38-42A3-23E2FACE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2785E-5539-DE4F-EAE9-7C4AA60B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4BC98-9B8F-88FA-A50A-F954B9E9F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67330-D9F1-D981-5B6F-53F7F570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E573B-B018-B193-B5E5-180D2A12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FBA59-A862-EDDA-24CB-2B89421F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8E6F6-7428-6088-7767-05F6B0D91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1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ECFC-ABC1-A50B-0E99-E2DC843BD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D566C-4691-04E4-D853-D47A065DD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27D96-9467-E151-70C7-B74A81064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47195-7F49-609F-2EB8-E11A8A66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A94DB-6890-0D67-13A9-0F9BC000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7AEEA-299A-264B-1518-C96E0F94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56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F0B0-30FA-F1B9-544C-12439514B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867E1-966D-B637-0372-31DF4C979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07E3E-4C49-590E-7FA8-841E8E247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568FB-FC5C-C639-0AE2-A6896254C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32A02-4138-8A2E-80FD-ADD9E7E3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10E54-46BE-808D-1769-C2272492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02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A30F-152F-8BCE-13A6-BE94A18F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DB076-D5D0-3892-3F50-4E5DF06DC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246CB-9FD6-7917-6C30-4D44B0F0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72584-9E59-E126-FD84-E6B9E37F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BFAF9-5925-7284-F7FC-F6986679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5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2DC43-798A-154A-BB98-0F930CB6D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8E020-0D3B-1FAA-50B6-91CB86182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68971-77A7-C632-3FFB-3F082A53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8472E-1897-42B5-A26D-71AE3CBF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612E5-732F-5B52-DCBF-0431AEB8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5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766A2-0092-B73C-95BC-52FFBD85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9CCB8-CD14-740E-5EAC-FE6D4DFDA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EF59-BDCB-810C-1982-53888E617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BEFF6-74AF-4C30-84BF-7B0BB615FC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DEF5D-1A35-B0A1-8BE6-F025D19D1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8EA9E-7A43-F0BC-37C3-585D55902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26C3E-1F0F-4415-931E-E36F540F3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25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73DBAE8-DF32-16ED-687A-6E0E3827020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322"/>
          <a:stretch>
            <a:fillRect/>
          </a:stretch>
        </p:blipFill>
        <p:spPr>
          <a:xfrm>
            <a:off x="914401" y="1751738"/>
            <a:ext cx="10363198" cy="2977155"/>
          </a:xfrm>
          <a:custGeom>
            <a:avLst/>
            <a:gdLst>
              <a:gd name="connsiteX0" fmla="*/ 0 w 10363198"/>
              <a:gd name="connsiteY0" fmla="*/ 0 h 1654543"/>
              <a:gd name="connsiteX1" fmla="*/ 10363198 w 10363198"/>
              <a:gd name="connsiteY1" fmla="*/ 0 h 1654543"/>
              <a:gd name="connsiteX2" fmla="*/ 10363198 w 10363198"/>
              <a:gd name="connsiteY2" fmla="*/ 1654543 h 1654543"/>
              <a:gd name="connsiteX3" fmla="*/ 0 w 10363198"/>
              <a:gd name="connsiteY3" fmla="*/ 1654543 h 1654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3198" h="1654543">
                <a:moveTo>
                  <a:pt x="0" y="0"/>
                </a:moveTo>
                <a:lnTo>
                  <a:pt x="10363198" y="0"/>
                </a:lnTo>
                <a:lnTo>
                  <a:pt x="10363198" y="1654543"/>
                </a:lnTo>
                <a:lnTo>
                  <a:pt x="0" y="1654543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A18F4C-78C2-15A9-C5C8-F5B23315A7A5}"/>
              </a:ext>
            </a:extLst>
          </p:cNvPr>
          <p:cNvSpPr/>
          <p:nvPr/>
        </p:nvSpPr>
        <p:spPr>
          <a:xfrm>
            <a:off x="0" y="5283199"/>
            <a:ext cx="12192000" cy="986971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Re-emphasize a point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08C75-9A2A-6293-0E19-D1C803A1B596}"/>
              </a:ext>
            </a:extLst>
          </p:cNvPr>
          <p:cNvSpPr txBox="1"/>
          <p:nvPr/>
        </p:nvSpPr>
        <p:spPr>
          <a:xfrm>
            <a:off x="1262744" y="2013103"/>
            <a:ext cx="9753600" cy="2332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2800" b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800" b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800" b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800" b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elit: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 do 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labore et dolore </a:t>
            </a:r>
            <a:b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magna</a:t>
            </a:r>
            <a:r>
              <a:rPr lang="en-US" sz="2400" i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liqua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itae 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US" sz="240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2400" b="1" i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elit </a:t>
            </a:r>
            <a:r>
              <a:rPr lang="en-US" sz="24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scelerisque</a:t>
            </a:r>
            <a:r>
              <a:rPr lang="en-US" sz="24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US" sz="24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74E93C-D8F5-78F1-0381-EEA1BBC85295}"/>
              </a:ext>
            </a:extLst>
          </p:cNvPr>
          <p:cNvSpPr/>
          <p:nvPr/>
        </p:nvSpPr>
        <p:spPr>
          <a:xfrm>
            <a:off x="185312" y="562791"/>
            <a:ext cx="11821377" cy="1174931"/>
          </a:xfrm>
          <a:prstGeom prst="roundRect">
            <a:avLst/>
          </a:prstGeom>
          <a:solidFill>
            <a:schemeClr val="accent1">
              <a:lumMod val="50000"/>
              <a:alpha val="63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8140" tIns="98140" rIns="91440" bIns="98140" numCol="1" spcCol="127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dolor sit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 vel elit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scelerisque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mauris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46696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2024-01-03T14:31:59Z</dcterms:created>
  <dcterms:modified xsi:type="dcterms:W3CDTF">2024-01-03T14:32:02Z</dcterms:modified>
</cp:coreProperties>
</file>