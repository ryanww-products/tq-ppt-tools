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784C0-682D-238F-8131-793FD6BFC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175078-0588-D130-48E9-79CC32A06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39F6B-6FC1-BC8D-693A-97F030D8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0355D-A9D0-19B1-2FEA-F7AC55C5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5DCE6-F92E-4236-CF61-B56F8284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1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5E299-B93B-9A84-2E45-601A0E38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EBDEF-FCFB-8DE4-B1CB-42D4F1662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0B73C-8FE4-3C35-BBFC-34D81F0B1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39CAF-E14A-4C70-B3CF-C09B70A8E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DFA1E-6647-A38F-8F41-3566AB79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6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42345-6747-2F9A-85B2-3A967476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91F6B-C00F-75F4-E50B-0040255B4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11275-4F3B-294F-F944-4918F22A3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CDB5A-1497-CA5D-FD33-C1724C18A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11131-D44F-659D-52B7-A40293F8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11C8-6842-7CC5-7071-0ECC0A23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385F1-F48E-1E7C-CBF5-DF004ADB4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278FB-B8E7-9325-BA58-E142D7D43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C5E5-18BC-ADEA-F5BC-4D9B2E0E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871BE-1077-D860-8C20-DE382215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8EEAA-B274-C57B-7758-54854E9BA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9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BB02-A9D8-E499-3810-4DBC46BD1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16ABE-3854-AC26-72AB-6F35022CB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17389-D9D0-723A-1D7A-073F6DD5E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4D2D2-89BE-38B3-844D-C75F7D59E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5C5A9-1CD4-9970-13EB-ECAE13D3C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D2FC9B-889F-8752-B8A7-E75F37F8C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E6E20-6CDE-F18A-BCD5-5C97C91F7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B200E-F1F6-4A06-717D-D9C17A8C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3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EECB-DF14-0092-E58C-5E9A6897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E3F2D-5E2B-2590-E49C-62DF8B45F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4B629-C305-7A6D-E5D3-1FBF8BB05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275A1-06D6-3FF2-B745-FC2D5659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6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5B6C6A-AB32-07A0-1C7E-795D4D7F0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6CC84-36E9-02A7-064D-3FAF3F8C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DDD88-57AA-03E2-5392-3D731CE73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847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3179F-DA23-CF67-8191-82C136D00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AEBA-7E31-AF43-9510-4D7076104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24DA3-61BF-355E-A1A3-1B2F3FC38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B0D06-EF81-860E-CFF5-BDB4C6FB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9B11B-F54D-CBCF-32FC-E8F10AA0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B8020-C341-6074-A70D-1F0DADD2B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2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5BA3-B3E5-6E43-AF09-9E8679E79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D8BE4E-DE21-FBA9-1A9C-7531D2BBD9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AA8D3-C547-AA92-C62E-790AEF529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17B11-9214-99CA-C8A9-C8CD3A75A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1EEC0-1FD1-BD5D-8AEE-944D4C87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A51D5-50CF-1335-5F04-B3D728E9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7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6C203-F0F0-9236-582C-2B021A2DE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F9A48-A345-5E0B-C346-6AAED91D0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4ECC2-BB94-FAC4-197D-F93D7F88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C4C0D-31F6-C6C9-D45B-E2E2050B1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B2125-6F70-5E82-A1BC-3A0567CB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09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45E9D8-C6F2-845A-9775-0F57EE4D8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5502B-9760-E4CB-A463-633CDE6EF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517EE-281F-A6C9-ABCD-6C436CB43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16B74-551C-8AE6-2E47-6C48E57A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47280-B7D0-5879-B080-E5A0533C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7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8DF25B-3A48-EA6D-E815-36013410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449BC-905E-6F89-6103-03FB776DF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07BE3-034E-3EEB-379E-B155CA9C0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25391-3338-4D24-BDEC-F6116BA2AB53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2185-B09B-99EC-67C8-58F3110F6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6B7C9-54FF-9EFC-E5DA-46DCD6A85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A2A45-89BE-4A39-92BC-8BE18394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76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0A3140-EB24-3F77-35A5-20D9715B20D4}"/>
              </a:ext>
            </a:extLst>
          </p:cNvPr>
          <p:cNvSpPr/>
          <p:nvPr/>
        </p:nvSpPr>
        <p:spPr>
          <a:xfrm>
            <a:off x="0" y="5283199"/>
            <a:ext cx="12192000" cy="986971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Re-emphasize a point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7BB45-8503-67E5-F5E4-7EED20DB366D}"/>
              </a:ext>
            </a:extLst>
          </p:cNvPr>
          <p:cNvSpPr txBox="1"/>
          <p:nvPr/>
        </p:nvSpPr>
        <p:spPr>
          <a:xfrm>
            <a:off x="378395" y="1780875"/>
            <a:ext cx="11454063" cy="259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elit,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 do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labore et dolore magna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i="1" dirty="0" err="1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liqua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itae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elit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scelerisque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8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927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2024-01-03T14:31:13Z</dcterms:created>
  <dcterms:modified xsi:type="dcterms:W3CDTF">2024-01-03T14:31:28Z</dcterms:modified>
</cp:coreProperties>
</file>