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5F60A-1522-9353-F0A0-744F4416E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28A896-E731-6660-B50C-7D6F878F1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4A09E-225D-B746-197F-A33A28EF6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507A-61A5-49B3-BABF-EDCD623B7172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BD128-8D35-222E-7AD6-D95BEB783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7C9F4-CDDC-024E-1906-F8F864A1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5C5-425A-413B-9B2E-7F895EA2D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24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06F4-470C-59BB-1142-1595C1262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D6B00-D72F-F0EB-A371-228B21C17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6FE58-5338-463B-9E07-4931E39E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507A-61A5-49B3-BABF-EDCD623B7172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F73D7-C2CD-E246-D623-90E3C332D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C4C57-423F-4F81-3FE1-F60EF45E6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5C5-425A-413B-9B2E-7F895EA2D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70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F84C5-AEA7-9A2B-CB6B-78DD13226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A275E-FDC9-BE45-2778-5098F8DC9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171B3-F0F5-41EA-4668-1B866D7B3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507A-61A5-49B3-BABF-EDCD623B7172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27F6E-EA3A-0780-6A85-3A9CD383F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B5564-FE5D-17A0-4715-4561FBC9E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5C5-425A-413B-9B2E-7F895EA2D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26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A24C3-3867-6FE7-93D5-95AA6CE09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4F92F-BEDD-5EAA-DD9D-EBE73AECD3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B99C9-1054-8367-39AC-39C33E605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EA466-99DF-D4E0-06F8-B2000B565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507A-61A5-49B3-BABF-EDCD623B7172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196BD-5C77-D87B-926F-EC99C210E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5F3CB-0AF0-B3BB-71B0-A25E752C7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5C5-425A-413B-9B2E-7F895EA2D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24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609D6-F845-12DB-618A-CF3A6BA18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341B9-BD28-E640-1AA6-E1287D33C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2B162-C7E9-D367-D529-164F2A782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DA510B-F68C-CEB4-B7EF-10CE703DD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6D1EA9-B499-E65F-A523-017E18B4DC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9A241D-D3F7-3886-4708-E196D099D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507A-61A5-49B3-BABF-EDCD623B7172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43FF9C-C6D2-6875-3E86-77448BF9E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A673CF-4549-9243-5055-42C490203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5C5-425A-413B-9B2E-7F895EA2D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41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0C4EF-491C-A17A-1D85-484B533BB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74EA85-A438-AD8B-EEC5-A55C3F3BC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507A-61A5-49B3-BABF-EDCD623B7172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366535-FCEC-AC6F-CB28-62B953CCD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981A24-102F-356A-D2CB-A34056784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5C5-425A-413B-9B2E-7F895EA2D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10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E0F6DA-CCBC-F5EC-512F-AAC8BC84A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507A-61A5-49B3-BABF-EDCD623B7172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E2483-2F73-A3D8-6CBA-AC4B023BE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14196-98E1-ABB8-53C6-00E0C4DF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5C5-425A-413B-9B2E-7F895EA2D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26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0B2C-38DB-DCB8-444E-24ED30691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B7D71-46D8-4947-EBA4-EC5014E5A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953B0-CC2B-A1D6-2087-30FC52B10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A3C14-3D0A-9D5F-771C-D7AD39A3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507A-61A5-49B3-BABF-EDCD623B7172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61ADB-286C-6AA8-2CEB-DC0F17CB6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F4284-41A0-7D8F-0104-36FB93483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5C5-425A-413B-9B2E-7F895EA2D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85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81FBD-2A44-883B-B8F1-ABEB1B6B7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E89F0E-0822-71A0-DD8E-804611A350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AC98B-E2CC-5B50-CBF5-CB7CBF096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56271C-A543-AC46-B319-A6961A350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507A-61A5-49B3-BABF-EDCD623B7172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2AC15-185D-E629-4439-00A4055B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5002F-552E-39D9-BAEB-D3A1EA1E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5C5-425A-413B-9B2E-7F895EA2D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1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4159A-487F-36F1-7D3A-3A2DB5D48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F80532-1C6B-CE57-7C50-F88412D52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79550-C1B0-0122-1A9A-4C5A76435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507A-61A5-49B3-BABF-EDCD623B7172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B1A52-85F2-3C8A-BC44-B94E57AE0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4B636-CF22-FDC1-4748-24FEC5068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5C5-425A-413B-9B2E-7F895EA2D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CE2FF7-8955-BC73-7FAE-B27C77298C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1D14E-304C-9F34-F176-44A63BC0F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9EC31-B1AD-F621-0028-774D0016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507A-61A5-49B3-BABF-EDCD623B7172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22556-8696-6626-A826-505FE4231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BCEE5-A68D-8322-6E0C-55D56A9C1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5C5-425A-413B-9B2E-7F895EA2D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3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5F5CEA-EA81-697A-0C28-59DEB954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AC8F8-1DF1-D2B8-5151-99805450E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33BA2-F271-D04C-1B99-850459361D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1B507A-61A5-49B3-BABF-EDCD623B7172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746C-6C9E-CCFF-3A14-86289B054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DB22B-E997-5014-84D8-43234851E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C335C5-425A-413B-9B2E-7F895EA2D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40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C02A22A5-94EC-2A7F-E6D0-C462A6294D2D}"/>
              </a:ext>
            </a:extLst>
          </p:cNvPr>
          <p:cNvSpPr/>
          <p:nvPr/>
        </p:nvSpPr>
        <p:spPr>
          <a:xfrm>
            <a:off x="1890943" y="1189607"/>
            <a:ext cx="2352583" cy="15535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8B96E24E-6443-8B0A-9640-174C904D31ED}"/>
              </a:ext>
            </a:extLst>
          </p:cNvPr>
          <p:cNvSpPr/>
          <p:nvPr/>
        </p:nvSpPr>
        <p:spPr>
          <a:xfrm>
            <a:off x="2814221" y="2805343"/>
            <a:ext cx="2352583" cy="15535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92F6F9D-0E3D-85FA-965B-1439B5AB259B}"/>
              </a:ext>
            </a:extLst>
          </p:cNvPr>
          <p:cNvSpPr/>
          <p:nvPr/>
        </p:nvSpPr>
        <p:spPr>
          <a:xfrm>
            <a:off x="3986074" y="4057095"/>
            <a:ext cx="2352583" cy="15535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037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Whitehead</dc:creator>
  <cp:lastModifiedBy>Ryan Whitehead</cp:lastModifiedBy>
  <cp:revision>1</cp:revision>
  <dcterms:created xsi:type="dcterms:W3CDTF">2025-02-04T22:30:04Z</dcterms:created>
  <dcterms:modified xsi:type="dcterms:W3CDTF">2025-02-04T22:30:04Z</dcterms:modified>
</cp:coreProperties>
</file>