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638F-DB0A-A3B5-E7C6-7BA0F5A88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F2250-F2C2-110B-0DB5-C7768BF77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98EA1-1700-45EB-6A83-7A9067CB8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9512-5531-6DA2-8B97-8A2FF90E9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72433-466D-46DD-A56F-900D20A5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6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BDB6-BF5C-FA63-A94E-9E711723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72075-FDE3-A334-AF1A-0FB1A7C73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0D42-25FF-235F-AE5D-3BEF7EE5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8FEE-DEE7-8487-7DA9-E5760999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547E-0C32-2D07-F210-7F9DE126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1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2588-5A7A-219A-1AE0-7B304CDB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1D45E-CC22-67EC-AF39-D2DD3CB39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F2414-F4F3-6B47-2D84-882B49A4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57DFD-5B03-6E48-9050-CC8C07C9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6649-4102-CAB9-D9B0-3134166D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1C32-C9C1-C977-F646-E28D5793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336D-97E5-E6FA-968C-2575E55E2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30841-1695-CC0F-39BE-EDD40F984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5A8C6-7D05-BBF8-7B4B-B0C9AE5C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BB0F3-891B-1A19-9DED-7195F76E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2DB3D-ACD4-3DCC-8BF8-BA19D13D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1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ADE7-D38E-E2C7-AF84-0CD5BC43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ADDE-1AFF-F445-714A-4881FC66F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2A9F8-3BD5-3437-1E4A-6E5FE8298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4BA10-1E5D-89FD-DAD2-BFF581974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53963-76BF-32A4-5B6D-7FC96D811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81D93-6C56-010D-B22C-39F5DB3C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BF3BB-65D9-C299-7DB9-C994BBE5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091DE-A530-0A93-B8F2-895466E5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E531-0964-83FF-8EFF-2AE16469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D56D6-843E-D11C-DD8E-7C31FC110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FF24B-3D86-321D-1BD8-F3AD7FD9F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597E8-34D0-E0A4-C04C-97D18859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2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59F56-C6D3-2ABF-93C5-4FFAF891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04B90-D17B-677D-E19A-E96E5BED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B328D-6BF3-8C20-0133-DA9C07B8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0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04AC-DAF5-E5B5-F2B7-F08DF3A7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13331-7345-3EC3-0B33-668F984DD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D9FC-0D36-95C0-483B-22F08650A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61817-FC01-2A51-B029-410ABADE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4053F-2CE9-C475-06F4-C8810A52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E6446-BE14-2F8A-EAC7-65D76934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6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CD15-6497-EA18-7FD0-9084E9AB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4EE2E-650D-385E-3092-99C4DC193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42A47-4AF1-1E75-CFB9-99859FDA9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87973-D7C7-05F8-CFCD-1D9D91B7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D9E36-1DA0-A9E3-64A2-E64BA029E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89613-E32E-8677-8CD2-F71A9176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0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630C-D932-5479-A961-4D862025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47F32-E459-DF7B-7417-EC417CE89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7565C-F20C-132D-D5DC-43CEB70D3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6CA6-228B-5105-D2DE-74D132C8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A67F2-B349-A177-3D3D-902147C2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6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780F0-AEEC-36DE-1098-86BBF8199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25D95-D218-E66F-794B-154707DFC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E68C-6091-4E2A-2C17-C5EF4AEA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543A3-4B48-F50F-BCE7-2475E506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68EC3-5F9B-82C6-C320-000E7A88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0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C8F72-9B59-7289-6A8F-8E5823CA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4A23B-3BBA-B9E9-1A17-64553C4C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BAA72-2D19-F314-7FED-6C65BB4CF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73D74-C9A9-4FBF-97CA-BA4A4B168461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E23EA-02E9-337B-B883-A601F99B4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C0432-93F8-968E-2496-9A773C4DB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85C8E-A5D1-48DB-90A1-F626306E3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604D9B-68DC-A55C-EEC0-DA360FDBFEB4}"/>
              </a:ext>
            </a:extLst>
          </p:cNvPr>
          <p:cNvSpPr>
            <a:spLocks noGrp="1"/>
          </p:cNvSpPr>
          <p:nvPr/>
        </p:nvSpPr>
        <p:spPr>
          <a:xfrm>
            <a:off x="2946312" y="3252744"/>
            <a:ext cx="6297071" cy="20686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/>
              <a:t>Point 1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/>
              <a:t>Point 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/>
              <a:t>Point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10A207-D59B-E277-2A2B-990BBAD468C0}"/>
              </a:ext>
            </a:extLst>
          </p:cNvPr>
          <p:cNvSpPr/>
          <p:nvPr/>
        </p:nvSpPr>
        <p:spPr>
          <a:xfrm>
            <a:off x="0" y="5321433"/>
            <a:ext cx="12192000" cy="762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Bottom Text for Emphasis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6E9672-17C2-03A9-83EA-2DFFAED2FCB8}"/>
              </a:ext>
            </a:extLst>
          </p:cNvPr>
          <p:cNvGrpSpPr/>
          <p:nvPr/>
        </p:nvGrpSpPr>
        <p:grpSpPr>
          <a:xfrm>
            <a:off x="1400066" y="774568"/>
            <a:ext cx="1976235" cy="2185169"/>
            <a:chOff x="779722" y="2336416"/>
            <a:chExt cx="1976235" cy="21851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1" name="Graphic 6">
              <a:extLst>
                <a:ext uri="{FF2B5EF4-FFF2-40B4-BE49-F238E27FC236}">
                  <a16:creationId xmlns:a16="http://schemas.microsoft.com/office/drawing/2014/main" id="{16B70FA0-9101-15E1-357F-B41EBA1B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9722" y="2336416"/>
              <a:ext cx="1976235" cy="218516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E485FA-FDB1-4686-61AA-1F86F1B30586}"/>
                </a:ext>
              </a:extLst>
            </p:cNvPr>
            <p:cNvSpPr txBox="1"/>
            <p:nvPr/>
          </p:nvSpPr>
          <p:spPr>
            <a:xfrm>
              <a:off x="784860" y="2556369"/>
              <a:ext cx="19583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SEPTEMBER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5E776A-E2AB-29B0-323C-D41DABFE781B}"/>
                </a:ext>
              </a:extLst>
            </p:cNvPr>
            <p:cNvSpPr txBox="1"/>
            <p:nvPr/>
          </p:nvSpPr>
          <p:spPr>
            <a:xfrm>
              <a:off x="784860" y="3097388"/>
              <a:ext cx="195834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40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 2020</a:t>
              </a:r>
            </a:p>
          </p:txBody>
        </p:sp>
      </p:grpSp>
      <p:grpSp>
        <p:nvGrpSpPr>
          <p:cNvPr id="5" name="Abdominoplasty (tummy tuck) w/ liposuction        &amp; Microneedling">
            <a:extLst>
              <a:ext uri="{FF2B5EF4-FFF2-40B4-BE49-F238E27FC236}">
                <a16:creationId xmlns:a16="http://schemas.microsoft.com/office/drawing/2014/main" id="{4668C62B-736E-B1BC-E5A0-C127CBCBEB74}"/>
              </a:ext>
            </a:extLst>
          </p:cNvPr>
          <p:cNvGrpSpPr/>
          <p:nvPr/>
        </p:nvGrpSpPr>
        <p:grpSpPr>
          <a:xfrm>
            <a:off x="2587963" y="1278852"/>
            <a:ext cx="8409618" cy="1282390"/>
            <a:chOff x="2766382" y="1661533"/>
            <a:chExt cx="8409618" cy="128239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C79E517-A0D0-D855-FA5F-77C0AF2F9E72}"/>
                </a:ext>
              </a:extLst>
            </p:cNvPr>
            <p:cNvSpPr/>
            <p:nvPr/>
          </p:nvSpPr>
          <p:spPr>
            <a:xfrm>
              <a:off x="3774072" y="1661533"/>
              <a:ext cx="6574260" cy="1282390"/>
            </a:xfrm>
            <a:custGeom>
              <a:avLst/>
              <a:gdLst>
                <a:gd name="connsiteX0" fmla="*/ 0 w 4566285"/>
                <a:gd name="connsiteY0" fmla="*/ 152960 h 1529598"/>
                <a:gd name="connsiteX1" fmla="*/ 152960 w 4566285"/>
                <a:gd name="connsiteY1" fmla="*/ 0 h 1529598"/>
                <a:gd name="connsiteX2" fmla="*/ 4413325 w 4566285"/>
                <a:gd name="connsiteY2" fmla="*/ 0 h 1529598"/>
                <a:gd name="connsiteX3" fmla="*/ 4566285 w 4566285"/>
                <a:gd name="connsiteY3" fmla="*/ 152960 h 1529598"/>
                <a:gd name="connsiteX4" fmla="*/ 4566285 w 4566285"/>
                <a:gd name="connsiteY4" fmla="*/ 1376638 h 1529598"/>
                <a:gd name="connsiteX5" fmla="*/ 4413325 w 4566285"/>
                <a:gd name="connsiteY5" fmla="*/ 1529598 h 1529598"/>
                <a:gd name="connsiteX6" fmla="*/ 152960 w 4566285"/>
                <a:gd name="connsiteY6" fmla="*/ 1529598 h 1529598"/>
                <a:gd name="connsiteX7" fmla="*/ 0 w 4566285"/>
                <a:gd name="connsiteY7" fmla="*/ 1376638 h 1529598"/>
                <a:gd name="connsiteX8" fmla="*/ 0 w 4566285"/>
                <a:gd name="connsiteY8" fmla="*/ 152960 h 1529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6285" h="1529598">
                  <a:moveTo>
                    <a:pt x="0" y="152960"/>
                  </a:moveTo>
                  <a:cubicBezTo>
                    <a:pt x="0" y="68483"/>
                    <a:pt x="68483" y="0"/>
                    <a:pt x="152960" y="0"/>
                  </a:cubicBezTo>
                  <a:lnTo>
                    <a:pt x="4413325" y="0"/>
                  </a:lnTo>
                  <a:cubicBezTo>
                    <a:pt x="4497802" y="0"/>
                    <a:pt x="4566285" y="68483"/>
                    <a:pt x="4566285" y="152960"/>
                  </a:cubicBezTo>
                  <a:lnTo>
                    <a:pt x="4566285" y="1376638"/>
                  </a:lnTo>
                  <a:cubicBezTo>
                    <a:pt x="4566285" y="1461115"/>
                    <a:pt x="4497802" y="1529598"/>
                    <a:pt x="4413325" y="1529598"/>
                  </a:cubicBezTo>
                  <a:lnTo>
                    <a:pt x="152960" y="1529598"/>
                  </a:lnTo>
                  <a:cubicBezTo>
                    <a:pt x="68483" y="1529598"/>
                    <a:pt x="0" y="1461115"/>
                    <a:pt x="0" y="1376638"/>
                  </a:cubicBezTo>
                  <a:lnTo>
                    <a:pt x="0" y="152960"/>
                  </a:lnTo>
                  <a:close/>
                </a:path>
              </a:pathLst>
            </a:custGeom>
            <a:solidFill>
              <a:schemeClr val="accent1">
                <a:lumMod val="50000"/>
                <a:alpha val="63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140" tIns="98140" rIns="91440" bIns="98140" numCol="1" spcCol="127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8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E89A86-DE1D-D00D-B207-EA19D8D9D513}"/>
                </a:ext>
              </a:extLst>
            </p:cNvPr>
            <p:cNvSpPr/>
            <p:nvPr/>
          </p:nvSpPr>
          <p:spPr>
            <a:xfrm>
              <a:off x="2766382" y="1777312"/>
              <a:ext cx="840961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0" lvl="3" indent="-342900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Text goes here</a:t>
              </a:r>
            </a:p>
            <a:p>
              <a:pPr lvl="3"/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	      &amp;</a:t>
              </a:r>
            </a:p>
            <a:p>
              <a:pPr marL="1714500" lvl="3" indent="-342900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Also Here</a:t>
              </a:r>
            </a:p>
          </p:txBody>
        </p:sp>
      </p:grpSp>
      <p:pic>
        <p:nvPicPr>
          <p:cNvPr id="6" name="Graphic 2">
            <a:extLst>
              <a:ext uri="{FF2B5EF4-FFF2-40B4-BE49-F238E27FC236}">
                <a16:creationId xmlns:a16="http://schemas.microsoft.com/office/drawing/2014/main" id="{12C8625C-6570-2A84-0ED7-6D5222F8BE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0578" y="3185383"/>
            <a:ext cx="635735" cy="5713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E15E6FF-2320-995B-9052-4C6B49D16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0578" y="3744183"/>
            <a:ext cx="635735" cy="5713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A7F4AB5-9A7B-0495-4D03-CB2C4736D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0578" y="4315539"/>
            <a:ext cx="635735" cy="5713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713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2024-01-03T14:33:29Z</dcterms:created>
  <dcterms:modified xsi:type="dcterms:W3CDTF">2024-01-03T14:33:46Z</dcterms:modified>
</cp:coreProperties>
</file>