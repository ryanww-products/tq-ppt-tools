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43A0D-4C09-849F-0B3D-756A62A88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CC1FF-A6EC-0F1A-1A3D-A316883DC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AFCF7-53FA-F73F-4E2B-BC3EA297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78C43-8421-7B4C-719E-BCB45712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9A4E-6FEA-041D-A725-2B09165F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4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83B0-04AA-6C7B-B31C-96685552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57EB-A4B6-9EF2-195B-430323C36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B0E1B-D2C9-1E1B-E969-0A284B54F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B05BA-F24D-1BF4-7834-E6A9757A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554F5-73FA-3489-95AB-95B04D7D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4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299C-89E2-4BE6-0284-3A909FFC2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99A74-514B-0743-E880-DB4A20653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3989-2655-B5D6-35DB-43B69549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90086-A09A-9AC7-8247-905D188E7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ED19C-DCA0-BDDD-A713-DA0A58D2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3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4ED8-6A85-E97A-58A5-549EBF0F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8D889-16D6-50EB-97DE-AB2646F46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890A3-71F1-0888-8F5D-3DA0B44FA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7ED89-C9F0-ED49-3305-973906B6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DFD4B-204E-094D-EEDD-9DF4F282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46A7F-5506-65E3-89D5-52D6B0B1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5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5B55-6C36-7E77-37FB-4FC4859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D8AE6-5DFE-1005-531E-F4C1F7E8D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7ABAE-4C36-7B3B-C73C-D15888223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5761D-551E-D7EA-3F1D-D2F462808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5396C-B1A2-D972-9944-3F47DAE99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8002F-83B0-F485-2FFC-A637A760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F92D3-2601-6B31-D0F7-50E12F2D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2F315-AEC9-DD84-8790-8E9DE1AE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7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2C54-BD7E-2396-C233-DE13009C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3AD5E-20AA-3A8E-08E6-08A16E2F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920A4-864C-26F1-874C-6A51EBCF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E1D74-0A27-6DB9-CC20-D64B05F2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1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55090-F646-6242-7468-E6BC42D6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1721A-816E-A348-CF2B-8DE51F17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FA0D2-77C5-F8C3-11B4-2C56F2B8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64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B383-EE30-E315-D89C-104A4EBA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44DC-6B1E-4A05-BC16-DB0A44CC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F9A90-6EC6-BF7A-6D4C-945D4749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35A8B-107E-00C7-4E62-97A10846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71BC5-1950-C813-4090-3796468F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DA585-C794-C0E6-E20F-3146F176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1EC3-DD75-A7B0-EEE4-B8057ECE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A374F-56B1-33AD-10CF-C74AB57DB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8E4E5-639C-F787-22AD-CBAC10616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9802D-EF95-57D6-28EE-CDA3B015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0D1C8-32C8-4CB2-031C-871D20A4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631C9-B237-AD84-5097-4E4FD0EF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00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A78A-D5DE-D8D8-EDB6-B9E98B82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DE835-7D5F-F837-09D6-340686886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E5468-C3FE-A3C4-F5F1-4D4812F2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6095E-008B-D23B-55B4-F3FD27C1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B6DFD-C6CF-3199-36E9-29D0E12E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1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80F1C-EA11-9BBF-7959-E229D011C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65CE6-0115-800A-5308-285AF6A5A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6A9EE-5658-DF3D-7ED5-96BC7D2D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322BA-C974-F381-A4EE-64218F96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B1B05-8372-00F0-34DF-A07B845C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7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5FD9CA-F38B-9F8F-8901-726C8885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EA95B-C47C-D9FD-0622-32D487BB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BF258-0E7D-396F-2BAD-2D7F35601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C7476-FE40-4CC7-9797-970815F5819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A95C9-BB43-5C3F-D222-A46AA3D2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9BD0F-62F6-B428-157A-AC659B9CC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620EF-9DB0-478C-8BE2-859EE1FE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4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2556DC8A-340F-AC30-B94C-79736C9C4F9D}"/>
              </a:ext>
            </a:extLst>
          </p:cNvPr>
          <p:cNvSpPr txBox="1">
            <a:spLocks/>
          </p:cNvSpPr>
          <p:nvPr/>
        </p:nvSpPr>
        <p:spPr>
          <a:xfrm>
            <a:off x="809414" y="891856"/>
            <a:ext cx="10515600" cy="959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Top text goes here Lorem Ipsum</a:t>
            </a:r>
          </a:p>
        </p:txBody>
      </p:sp>
      <p:sp>
        <p:nvSpPr>
          <p:cNvPr id="3" name="Title 11">
            <a:extLst>
              <a:ext uri="{FF2B5EF4-FFF2-40B4-BE49-F238E27FC236}">
                <a16:creationId xmlns:a16="http://schemas.microsoft.com/office/drawing/2014/main" id="{90434625-BFED-5B8F-E468-74F10A9FBFFD}"/>
              </a:ext>
            </a:extLst>
          </p:cNvPr>
          <p:cNvSpPr txBox="1">
            <a:spLocks/>
          </p:cNvSpPr>
          <p:nvPr/>
        </p:nvSpPr>
        <p:spPr>
          <a:xfrm>
            <a:off x="809414" y="1473153"/>
            <a:ext cx="10515600" cy="959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Subtitle here: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D193C7-DEB7-2D56-9166-685FD43AD160}"/>
              </a:ext>
            </a:extLst>
          </p:cNvPr>
          <p:cNvGrpSpPr/>
          <p:nvPr/>
        </p:nvGrpSpPr>
        <p:grpSpPr>
          <a:xfrm>
            <a:off x="333949" y="2418423"/>
            <a:ext cx="5463459" cy="3547718"/>
            <a:chOff x="362735" y="2265356"/>
            <a:chExt cx="5463459" cy="354771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CF63E68-D013-E613-DE61-CC084F9984D4}"/>
                </a:ext>
              </a:extLst>
            </p:cNvPr>
            <p:cNvGrpSpPr/>
            <p:nvPr/>
          </p:nvGrpSpPr>
          <p:grpSpPr>
            <a:xfrm>
              <a:off x="705554" y="3349910"/>
              <a:ext cx="5120640" cy="2463164"/>
              <a:chOff x="508000" y="3124799"/>
              <a:chExt cx="3048000" cy="257608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9255BAB-7BEE-739F-527C-DC18A2727FD0}"/>
                  </a:ext>
                </a:extLst>
              </p:cNvPr>
              <p:cNvSpPr/>
              <p:nvPr/>
            </p:nvSpPr>
            <p:spPr>
              <a:xfrm>
                <a:off x="508000" y="3124799"/>
                <a:ext cx="3048000" cy="18423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22238" lvl="2" indent="-122238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1</a:t>
                </a:r>
              </a:p>
              <a:p>
                <a:pPr marL="122238" lvl="2" indent="-122238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2</a:t>
                </a:r>
              </a:p>
              <a:p>
                <a:pPr marL="122238" lvl="2" indent="-122238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3</a:t>
                </a:r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58D7026-63A7-AEF1-F11B-84B973B9C10A}"/>
                  </a:ext>
                </a:extLst>
              </p:cNvPr>
              <p:cNvSpPr/>
              <p:nvPr/>
            </p:nvSpPr>
            <p:spPr>
              <a:xfrm>
                <a:off x="508000" y="4944533"/>
                <a:ext cx="3048000" cy="756355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algn="ctr"/>
                <a:r>
                  <a:rPr 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September 19</a:t>
                </a:r>
                <a:r>
                  <a:rPr lang="en-US" sz="2400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BEB6EFF-9B73-BE66-D25D-195C8AA67CA7}"/>
                </a:ext>
              </a:extLst>
            </p:cNvPr>
            <p:cNvGrpSpPr/>
            <p:nvPr/>
          </p:nvGrpSpPr>
          <p:grpSpPr>
            <a:xfrm>
              <a:off x="362735" y="2265356"/>
              <a:ext cx="1115533" cy="1277886"/>
              <a:chOff x="779722" y="2336416"/>
              <a:chExt cx="1976235" cy="226385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6" name="Graphic 2">
                <a:extLst>
                  <a:ext uri="{FF2B5EF4-FFF2-40B4-BE49-F238E27FC236}">
                    <a16:creationId xmlns:a16="http://schemas.microsoft.com/office/drawing/2014/main" id="{6AB9DE34-47D2-88FE-0826-D9564FC82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9722" y="2336416"/>
                <a:ext cx="1976235" cy="2185169"/>
              </a:xfrm>
              <a:prstGeom prst="rect">
                <a:avLst/>
              </a:prstGeom>
            </p:spPr>
          </p:pic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id="{5AF2AFF0-BE7C-36D1-DFBE-C6A141709C5D}"/>
                  </a:ext>
                </a:extLst>
              </p:cNvPr>
              <p:cNvSpPr txBox="1"/>
              <p:nvPr/>
            </p:nvSpPr>
            <p:spPr>
              <a:xfrm>
                <a:off x="784860" y="2545079"/>
                <a:ext cx="1958340" cy="490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SEPT</a:t>
                </a: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5259808-A19C-0EA4-14CB-E3033EDDF76A}"/>
                  </a:ext>
                </a:extLst>
              </p:cNvPr>
              <p:cNvSpPr txBox="1"/>
              <p:nvPr/>
            </p:nvSpPr>
            <p:spPr>
              <a:xfrm>
                <a:off x="784860" y="2894660"/>
                <a:ext cx="1958340" cy="1363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19</a:t>
                </a:r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55B05E9F-0B7C-3E2A-BB67-0786993B24EE}"/>
                  </a:ext>
                </a:extLst>
              </p:cNvPr>
              <p:cNvSpPr txBox="1"/>
              <p:nvPr/>
            </p:nvSpPr>
            <p:spPr>
              <a:xfrm>
                <a:off x="784860" y="4000500"/>
                <a:ext cx="1958340" cy="59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2020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981B210-1167-9915-C08A-2DA1EF81C87E}"/>
              </a:ext>
            </a:extLst>
          </p:cNvPr>
          <p:cNvGrpSpPr/>
          <p:nvPr/>
        </p:nvGrpSpPr>
        <p:grpSpPr>
          <a:xfrm>
            <a:off x="6394592" y="2418423"/>
            <a:ext cx="5463459" cy="3547718"/>
            <a:chOff x="6423378" y="2265356"/>
            <a:chExt cx="5463459" cy="35477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E76C74A-E6DD-C1C9-AF93-AF3DC7092B08}"/>
                </a:ext>
              </a:extLst>
            </p:cNvPr>
            <p:cNvGrpSpPr/>
            <p:nvPr/>
          </p:nvGrpSpPr>
          <p:grpSpPr>
            <a:xfrm>
              <a:off x="6766197" y="3349910"/>
              <a:ext cx="5120640" cy="2463164"/>
              <a:chOff x="508000" y="3124799"/>
              <a:chExt cx="3048000" cy="257608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8759C4-B4DE-F082-7EF4-588CF45F1B44}"/>
                  </a:ext>
                </a:extLst>
              </p:cNvPr>
              <p:cNvSpPr/>
              <p:nvPr/>
            </p:nvSpPr>
            <p:spPr>
              <a:xfrm>
                <a:off x="508000" y="3124799"/>
                <a:ext cx="3048000" cy="18423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22238" lvl="2" indent="-122238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1</a:t>
                </a:r>
              </a:p>
              <a:p>
                <a:pPr marL="122238" lvl="2" indent="-122238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2</a:t>
                </a:r>
              </a:p>
              <a:p>
                <a:pPr marL="122238" lvl="2" indent="-122238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3</a:t>
                </a:r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C763D49-817F-2C03-6EB0-AAA37E63D52C}"/>
                  </a:ext>
                </a:extLst>
              </p:cNvPr>
              <p:cNvSpPr/>
              <p:nvPr/>
            </p:nvSpPr>
            <p:spPr>
              <a:xfrm>
                <a:off x="508000" y="4944533"/>
                <a:ext cx="3048000" cy="756355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algn="ctr"/>
                <a:r>
                  <a:rPr 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September 29</a:t>
                </a:r>
                <a:r>
                  <a:rPr lang="en-US" sz="2400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FB28BC1-DCDC-A074-F7D6-FDB5069F6BB6}"/>
                </a:ext>
              </a:extLst>
            </p:cNvPr>
            <p:cNvGrpSpPr/>
            <p:nvPr/>
          </p:nvGrpSpPr>
          <p:grpSpPr>
            <a:xfrm>
              <a:off x="6423378" y="2265356"/>
              <a:ext cx="1115533" cy="1277886"/>
              <a:chOff x="779722" y="2336416"/>
              <a:chExt cx="1976235" cy="226385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8" name="Graphic 21">
                <a:extLst>
                  <a:ext uri="{FF2B5EF4-FFF2-40B4-BE49-F238E27FC236}">
                    <a16:creationId xmlns:a16="http://schemas.microsoft.com/office/drawing/2014/main" id="{76B1FF9B-327D-CCB6-0F4D-A15092DA5C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9722" y="2336416"/>
                <a:ext cx="1976235" cy="2185169"/>
              </a:xfrm>
              <a:prstGeom prst="rect">
                <a:avLst/>
              </a:prstGeom>
            </p:spPr>
          </p:pic>
          <p:sp>
            <p:nvSpPr>
              <p:cNvPr id="9" name="TextBox 22">
                <a:extLst>
                  <a:ext uri="{FF2B5EF4-FFF2-40B4-BE49-F238E27FC236}">
                    <a16:creationId xmlns:a16="http://schemas.microsoft.com/office/drawing/2014/main" id="{597DCE75-2ED8-D6D7-6DE4-6CE9763E3E3F}"/>
                  </a:ext>
                </a:extLst>
              </p:cNvPr>
              <p:cNvSpPr txBox="1"/>
              <p:nvPr/>
            </p:nvSpPr>
            <p:spPr>
              <a:xfrm>
                <a:off x="784860" y="2545079"/>
                <a:ext cx="1958340" cy="490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SEPT</a:t>
                </a:r>
              </a:p>
            </p:txBody>
          </p:sp>
          <p:sp>
            <p:nvSpPr>
              <p:cNvPr id="10" name="TextBox 23">
                <a:extLst>
                  <a:ext uri="{FF2B5EF4-FFF2-40B4-BE49-F238E27FC236}">
                    <a16:creationId xmlns:a16="http://schemas.microsoft.com/office/drawing/2014/main" id="{EC29E9B4-686F-45BF-C6B7-73258ACC2778}"/>
                  </a:ext>
                </a:extLst>
              </p:cNvPr>
              <p:cNvSpPr txBox="1"/>
              <p:nvPr/>
            </p:nvSpPr>
            <p:spPr>
              <a:xfrm>
                <a:off x="784860" y="2894660"/>
                <a:ext cx="1958340" cy="1363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29</a:t>
                </a:r>
              </a:p>
            </p:txBody>
          </p:sp>
          <p:sp>
            <p:nvSpPr>
              <p:cNvPr id="11" name="TextBox 24">
                <a:extLst>
                  <a:ext uri="{FF2B5EF4-FFF2-40B4-BE49-F238E27FC236}">
                    <a16:creationId xmlns:a16="http://schemas.microsoft.com/office/drawing/2014/main" id="{5EEC7BD1-CE3A-7CDA-8644-71092A03F07F}"/>
                  </a:ext>
                </a:extLst>
              </p:cNvPr>
              <p:cNvSpPr txBox="1"/>
              <p:nvPr/>
            </p:nvSpPr>
            <p:spPr>
              <a:xfrm>
                <a:off x="784860" y="4000500"/>
                <a:ext cx="1958340" cy="59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2020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7174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2024-01-03T16:08:52Z</dcterms:created>
  <dcterms:modified xsi:type="dcterms:W3CDTF">2024-01-03T16:09:07Z</dcterms:modified>
</cp:coreProperties>
</file>