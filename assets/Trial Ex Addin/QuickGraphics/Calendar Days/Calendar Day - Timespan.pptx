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55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F6874-CFE7-801C-79BC-5BDCD12E9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DC06E-498D-71D9-F099-A0A495639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F4CC3-A60B-BBB9-9064-FF92534D1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F50D9-01BF-4C92-8B03-18FFE75D3E2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5ED06-3575-70A0-6266-89AAF7260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30A4E-9A11-0650-4795-837E1E5D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77284-84D6-4807-8069-E71B25B0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170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AE76-A6B6-0B9E-BE0E-312946C5A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CF09A-6F9D-60FF-7DCE-4E013C94C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B0AC3-B9A5-220E-652D-C04823C19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F50D9-01BF-4C92-8B03-18FFE75D3E2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09477-0088-2E6E-508D-26E0B3944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D1FDE-417A-F267-8AD5-CB20695AD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77284-84D6-4807-8069-E71B25B0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5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8DC08-40D7-D5C2-89DC-89DA58606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88CF4-46BE-F2D9-806F-8A4E9D372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E61DE-1544-94D1-030F-371C22ADB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F50D9-01BF-4C92-8B03-18FFE75D3E2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EE4A9-E8D7-7BE8-A862-FFF6C97A7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03264-A104-2DB9-E4A1-561CE9B4A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77284-84D6-4807-8069-E71B25B0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71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752C0-14CC-BA40-5C82-FD65420C1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1499-7C10-4C75-CE5E-2BD673DB6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0A489-EFF2-43FA-041B-8311D8296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44278-10F0-7731-7C33-E77FABB88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F50D9-01BF-4C92-8B03-18FFE75D3E2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48AE8-DECD-E9F5-7836-0508E9425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15FA2-F95F-B5C0-305C-8CEDF086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77284-84D6-4807-8069-E71B25B0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9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A31AA-09CD-7841-614F-B3B54C94E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0CCD9-275F-7310-A1B5-5A0517BCD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7FCDD-A817-DABB-C93E-272BBBE32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A0994-C7E3-0BC1-81E9-0CCC428D9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33EBFA-587A-AD9D-6FDE-421318F39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2B91E2-D68A-EB4A-5CF5-0F71FD87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F50D9-01BF-4C92-8B03-18FFE75D3E2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948ACE-5548-B4D7-3B15-FCB8ED9D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4D2AB-798D-E217-A8CB-49ED4AA67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77284-84D6-4807-8069-E71B25B0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05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1A68F-5181-062A-F1F8-DBB229BA4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1CFB41-975F-714F-41BC-652816C70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F50D9-01BF-4C92-8B03-18FFE75D3E2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B71799-BD29-5E3E-1762-8E73E0CD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0467E-7FF9-4F05-F456-CD85715B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77284-84D6-4807-8069-E71B25B0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47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52F2EE-719A-1C2D-003B-C3261B9C2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F50D9-01BF-4C92-8B03-18FFE75D3E2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502D71-5AAB-01CC-0764-B5C84D646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12A6E-A535-8468-C362-EF5FB409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77284-84D6-4807-8069-E71B25B0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3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49402-90C6-B6E0-D3DC-0F30E129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1C2E4-0CFD-7948-EB5D-4395A4F55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09909-F0A6-9135-983C-72A664A39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37A3F-0E22-8B99-E7A2-20387D288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F50D9-01BF-4C92-8B03-18FFE75D3E2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59711-AD4B-B155-9232-618EB017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DABF0-1EED-8CCC-3C48-BF1D8082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77284-84D6-4807-8069-E71B25B0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98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2837-D272-F24B-B7D4-FDBDB8FE5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C62F79-5593-8C48-A03A-31194F6C3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778AB-D1F3-0E9B-3714-1FFD948B2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5C1EF-E965-1D39-09FA-2E48F340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F50D9-01BF-4C92-8B03-18FFE75D3E2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8DF82-E54F-D225-8BDD-8DF45B88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3951E-99A9-2B90-B33C-35624F400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77284-84D6-4807-8069-E71B25B0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9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147ED-07C0-7AFC-42E0-CB529EBD5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B673D-3CCD-36D1-F51B-FD9F75D27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A8AEE-E124-0D6B-3AB6-63C710EA2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F50D9-01BF-4C92-8B03-18FFE75D3E2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C354A-32BE-953C-A9A3-1D799A4B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239B4-50FB-5A53-5501-F1C987DF2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77284-84D6-4807-8069-E71B25B0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1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9B9B44-3E8E-2772-4541-5DC09CE8E1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F73D-37FD-2EA2-A387-C3C465631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96DC7-582D-0056-25DC-BBB5E12F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F50D9-01BF-4C92-8B03-18FFE75D3E2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70C56-E239-9FAC-B118-1F683F931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00336-8158-277C-53A6-DFA8E81E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77284-84D6-4807-8069-E71B25B0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51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8FDAB3-2870-D8A1-837A-78B8E2839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F2D08-C572-E437-9172-092B9C873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06327-7814-26A9-4DC0-2FB247C6F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F50D9-01BF-4C92-8B03-18FFE75D3E2B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0C564-3C5C-9B0D-DAE2-43D49DEE7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1D7C2-1971-123D-7D1A-706D08422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77284-84D6-4807-8069-E71B25B0A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96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5D2E59C8-C560-DA0C-358D-A96CE1879F13}"/>
              </a:ext>
            </a:extLst>
          </p:cNvPr>
          <p:cNvSpPr/>
          <p:nvPr/>
        </p:nvSpPr>
        <p:spPr>
          <a:xfrm>
            <a:off x="2646314" y="2837098"/>
            <a:ext cx="6934200" cy="1183341"/>
          </a:xfrm>
          <a:prstGeom prst="leftRightArrow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lumMod val="50000"/>
                </a:schemeClr>
              </a:gs>
            </a:gsLst>
            <a:lin ang="0" scaled="0"/>
          </a:gra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BC3A84-4BAB-BBED-8BA5-CAD35AE62F57}"/>
              </a:ext>
            </a:extLst>
          </p:cNvPr>
          <p:cNvGrpSpPr/>
          <p:nvPr/>
        </p:nvGrpSpPr>
        <p:grpSpPr>
          <a:xfrm>
            <a:off x="508669" y="2335348"/>
            <a:ext cx="1976235" cy="2187304"/>
            <a:chOff x="779722" y="2336416"/>
            <a:chExt cx="1976235" cy="21873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9" name="Graphic 6">
              <a:extLst>
                <a:ext uri="{FF2B5EF4-FFF2-40B4-BE49-F238E27FC236}">
                  <a16:creationId xmlns:a16="http://schemas.microsoft.com/office/drawing/2014/main" id="{BE78C5D6-B157-09BA-B9B7-C1EB50620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9722" y="2336416"/>
              <a:ext cx="1976235" cy="2185169"/>
            </a:xfrm>
            <a:prstGeom prst="rect">
              <a:avLst/>
            </a:prstGeom>
          </p:spPr>
        </p:pic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250FCDA8-1471-5996-37B8-7BFDFF44CABF}"/>
                </a:ext>
              </a:extLst>
            </p:cNvPr>
            <p:cNvSpPr txBox="1"/>
            <p:nvPr/>
          </p:nvSpPr>
          <p:spPr>
            <a:xfrm>
              <a:off x="784860" y="2545080"/>
              <a:ext cx="19583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AUGUST</a:t>
              </a:r>
            </a:p>
          </p:txBody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3EBDC487-77DA-663B-AA2E-7E6313966289}"/>
                </a:ext>
              </a:extLst>
            </p:cNvPr>
            <p:cNvSpPr txBox="1"/>
            <p:nvPr/>
          </p:nvSpPr>
          <p:spPr>
            <a:xfrm>
              <a:off x="784860" y="2971800"/>
              <a:ext cx="195834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2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EB03B389-70C7-7BDD-58B7-8E3884837FFD}"/>
                </a:ext>
              </a:extLst>
            </p:cNvPr>
            <p:cNvSpPr txBox="1"/>
            <p:nvPr/>
          </p:nvSpPr>
          <p:spPr>
            <a:xfrm>
              <a:off x="784860" y="4000500"/>
              <a:ext cx="19583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2020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56B0153-A63B-568E-EB26-E0D2A6CF4D7B}"/>
              </a:ext>
            </a:extLst>
          </p:cNvPr>
          <p:cNvGrpSpPr/>
          <p:nvPr/>
        </p:nvGrpSpPr>
        <p:grpSpPr>
          <a:xfrm>
            <a:off x="9707097" y="2335348"/>
            <a:ext cx="1976235" cy="2187304"/>
            <a:chOff x="779722" y="2336416"/>
            <a:chExt cx="1976235" cy="21873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5" name="Graphic 12">
              <a:extLst>
                <a:ext uri="{FF2B5EF4-FFF2-40B4-BE49-F238E27FC236}">
                  <a16:creationId xmlns:a16="http://schemas.microsoft.com/office/drawing/2014/main" id="{63AAA268-4BA1-45ED-4C73-FF28AB253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9722" y="2336416"/>
              <a:ext cx="1976235" cy="2185169"/>
            </a:xfrm>
            <a:prstGeom prst="rect">
              <a:avLst/>
            </a:prstGeom>
          </p:spPr>
        </p:pic>
        <p:sp>
          <p:nvSpPr>
            <p:cNvPr id="6" name="TextBox 13">
              <a:extLst>
                <a:ext uri="{FF2B5EF4-FFF2-40B4-BE49-F238E27FC236}">
                  <a16:creationId xmlns:a16="http://schemas.microsoft.com/office/drawing/2014/main" id="{0AA7F9EB-AC53-DD83-C5F8-D99ECE1E6E95}"/>
                </a:ext>
              </a:extLst>
            </p:cNvPr>
            <p:cNvSpPr txBox="1"/>
            <p:nvPr/>
          </p:nvSpPr>
          <p:spPr>
            <a:xfrm>
              <a:off x="784860" y="2545080"/>
              <a:ext cx="19583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FEBRUARY</a:t>
              </a:r>
            </a:p>
          </p:txBody>
        </p:sp>
        <p:sp>
          <p:nvSpPr>
            <p:cNvPr id="7" name="TextBox 16">
              <a:extLst>
                <a:ext uri="{FF2B5EF4-FFF2-40B4-BE49-F238E27FC236}">
                  <a16:creationId xmlns:a16="http://schemas.microsoft.com/office/drawing/2014/main" id="{109F39F9-A366-D013-DBF9-81206DD4D91B}"/>
                </a:ext>
              </a:extLst>
            </p:cNvPr>
            <p:cNvSpPr txBox="1"/>
            <p:nvPr/>
          </p:nvSpPr>
          <p:spPr>
            <a:xfrm>
              <a:off x="784860" y="2971800"/>
              <a:ext cx="195834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7200" b="1" dirty="0">
                  <a:latin typeface="Arial" panose="020B0604020202020204" pitchFamily="34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0AFE5DBC-763D-3FF8-92FA-71A399E1F43D}"/>
                </a:ext>
              </a:extLst>
            </p:cNvPr>
            <p:cNvSpPr txBox="1"/>
            <p:nvPr/>
          </p:nvSpPr>
          <p:spPr>
            <a:xfrm>
              <a:off x="784860" y="4000500"/>
              <a:ext cx="19583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800" b="1" dirty="0">
                  <a:latin typeface="Arial" panose="020B0604020202020204" pitchFamily="34" charset="0"/>
                  <a:cs typeface="Arial" panose="020B0604020202020204" pitchFamily="34" charset="0"/>
                </a:rPr>
                <a:t>2021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3813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1</cp:revision>
  <dcterms:created xsi:type="dcterms:W3CDTF">2024-01-03T14:34:40Z</dcterms:created>
  <dcterms:modified xsi:type="dcterms:W3CDTF">2024-01-03T14:34:43Z</dcterms:modified>
</cp:coreProperties>
</file>