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EBA3-797E-ABED-B425-05569B981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90682-9E84-DA6F-CF91-47960F5AC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8EB76-FD62-0604-4C5E-1EBF6733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D8524-9CAC-03EE-0151-BC8B383A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8823B-6059-6F5F-5AB2-5FEF7D50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7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8F7B-61D8-9F20-A8D5-2B3D5F40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DB5AB-2E7A-AA62-4916-747964A28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A739E-8753-1794-60A8-7FDC1F813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86190-0422-619F-252D-5E2F4912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3105A-3AD5-C946-1B0D-2E61AC24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6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B32B-E8A0-81BA-C0E3-B8434C358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EBC87-F92D-1360-8C4A-E52111433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7BEAB-EA53-C6F4-74F1-F188B64F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F44FC-DE2E-7F83-9CAA-E1F408C5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BA69F-15EE-74B4-8FFD-B55D2BBEE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6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250C-B657-D331-6958-1A1E618B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1E83F-AA5B-5A02-A7E6-DF661D519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991A5-8615-7A2F-BA24-B67E54814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2CCAF-F4DA-5360-084A-227132BC4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5C83C-D71B-9484-C70B-26AEEFD1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D7724-1C21-B29A-4F5F-93B57AFD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6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CAD3-406E-87F9-F85F-3D070D029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46027-3987-1AAC-29A6-96007E39A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E42BA-BEDF-7648-BBD4-3E5DA5B53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B71D2-9C68-3EB6-9AAF-903AC2733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B3178-B791-5DA2-B70C-74E551211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097A5-8412-FDB8-ED02-B5F275C0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0C5602-0A2A-9D34-D950-33D1F777E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D459B-0817-23A4-49ED-4D76CAD4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9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CA17-A82A-034D-C86D-A7C8B26A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D4F431-80E7-2D72-89C4-CBCB20CC0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7210C-A8A6-19C0-9CCF-10E2F267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BECFA-71D7-FEE8-494C-E1E64480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7C504-6185-AD37-5B84-E7261BB38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36F518-220A-3C6B-E7C8-E79818AF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90BDE-4DB8-6FEF-3EB3-BB4073FFA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3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5421D-0A9C-D09C-80C3-3DA415C1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7CB0B-FD18-6452-6BAA-36476E9B7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9F46B-AE9E-041D-F4F6-E53EA625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028CB-E563-57FF-50A7-B2CA3486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2FC86-5AB4-19C3-9AC7-8247761D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2D427-26E0-5EAB-4D7B-EF8E341F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99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FE33-0395-5485-5B7C-49A9B41C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A1EEB-BB80-25F4-69CA-F931621C3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F864E-4DA9-261F-27B2-CBDD7B4A7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FAD7F-CADC-B9C1-1FE1-F208FD08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E75AD-1B9B-F906-0AFF-EA1F073F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B0476-EE84-6C6E-04A2-C5CBBE7C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21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0665-0B12-095C-CD2A-02CA8DDA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209D7-A2FF-1A93-3BB4-3D11E0A53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DCE96-4ECA-CB63-8CFC-DCAC9D95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3394F-6649-FAA1-C33E-2FA2F5F8E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E941E-8081-617C-C432-20655AC5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0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C1326F-A0F4-CA38-1492-843237023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77D18-8F68-5D36-2E11-7A3B27605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7DA4D-C5FF-B932-AA5E-A00B00FB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5039F-D4A9-8FBD-D2AE-BC45F828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5792D-91FB-653E-98ED-6CA4E809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7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0E12A-9834-7A97-BEC1-D42D87905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B3A05-51AE-B5DE-7943-506D231C7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33E7E-41DB-AC98-61BE-A28C2A1E9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51157-E6DE-426C-824F-A0B7D62B790B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CBC15-0047-4B05-DD32-9D3F65F87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40406-29BF-02E1-F51D-B11CF3996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C4219-EE4F-48DF-9171-B4C94B66A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34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3739DF-5858-4918-E37F-1314C2A4F9A4}"/>
              </a:ext>
            </a:extLst>
          </p:cNvPr>
          <p:cNvSpPr/>
          <p:nvPr/>
        </p:nvSpPr>
        <p:spPr>
          <a:xfrm>
            <a:off x="1228191" y="718020"/>
            <a:ext cx="114300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EB0991-AADB-7BC4-D3CD-85307DDAD1BE}"/>
              </a:ext>
            </a:extLst>
          </p:cNvPr>
          <p:cNvSpPr/>
          <p:nvPr/>
        </p:nvSpPr>
        <p:spPr>
          <a:xfrm>
            <a:off x="1228191" y="2144340"/>
            <a:ext cx="114300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8372FA-1744-A08F-9B9B-97C34B63D079}"/>
              </a:ext>
            </a:extLst>
          </p:cNvPr>
          <p:cNvSpPr/>
          <p:nvPr/>
        </p:nvSpPr>
        <p:spPr>
          <a:xfrm>
            <a:off x="1228191" y="3570660"/>
            <a:ext cx="114300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973260-D4A9-4A8F-E37A-18578CF2CDBB}"/>
              </a:ext>
            </a:extLst>
          </p:cNvPr>
          <p:cNvSpPr/>
          <p:nvPr/>
        </p:nvSpPr>
        <p:spPr>
          <a:xfrm>
            <a:off x="1228191" y="4996981"/>
            <a:ext cx="114300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BE74439B-14DF-8231-80D5-EC9415F22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7886" y="777654"/>
            <a:ext cx="1052966" cy="9463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252F364-7244-8D3D-028D-35ECF6B6DAC7}"/>
              </a:ext>
            </a:extLst>
          </p:cNvPr>
          <p:cNvGrpSpPr/>
          <p:nvPr/>
        </p:nvGrpSpPr>
        <p:grpSpPr>
          <a:xfrm>
            <a:off x="2581223" y="879255"/>
            <a:ext cx="8267033" cy="853088"/>
            <a:chOff x="2717799" y="1112160"/>
            <a:chExt cx="7927623" cy="8530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69F4A93-99B9-BEEC-2708-B3692092261D}"/>
                </a:ext>
              </a:extLst>
            </p:cNvPr>
            <p:cNvSpPr/>
            <p:nvPr/>
          </p:nvSpPr>
          <p:spPr>
            <a:xfrm>
              <a:off x="2717799" y="1112160"/>
              <a:ext cx="7927623" cy="853088"/>
            </a:xfrm>
            <a:prstGeom prst="roundRect">
              <a:avLst>
                <a:gd name="adj" fmla="val 12864"/>
              </a:avLst>
            </a:prstGeom>
            <a:solidFill>
              <a:schemeClr val="accent1">
                <a:lumMod val="50000"/>
                <a:alpha val="62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21" name="Content Placeholder 1, chunk 1">
              <a:extLst>
                <a:ext uri="{FF2B5EF4-FFF2-40B4-BE49-F238E27FC236}">
                  <a16:creationId xmlns:a16="http://schemas.microsoft.com/office/drawing/2014/main" id="{6EA0BE11-0861-2499-E06E-C755F9AA0C58}"/>
                </a:ext>
              </a:extLst>
            </p:cNvPr>
            <p:cNvSpPr txBox="1"/>
            <p:nvPr/>
          </p:nvSpPr>
          <p:spPr>
            <a:xfrm>
              <a:off x="2840753" y="1354038"/>
              <a:ext cx="7722608" cy="369332"/>
            </a:xfrm>
            <a:prstGeom prst="rect">
              <a:avLst/>
            </a:prstGeom>
          </p:spPr>
          <p:txBody>
            <a:bodyPr vert="horz" wrap="square" lIns="91440" tIns="45720" rIns="91440" bIns="45720" numCol="1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287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70AD47"/>
                </a:buClr>
                <a:buSzPct val="30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Point 1</a:t>
              </a:r>
            </a:p>
          </p:txBody>
        </p:sp>
      </p:grpSp>
      <p:pic>
        <p:nvPicPr>
          <p:cNvPr id="8" name="Graphic 13">
            <a:extLst>
              <a:ext uri="{FF2B5EF4-FFF2-40B4-BE49-F238E27FC236}">
                <a16:creationId xmlns:a16="http://schemas.microsoft.com/office/drawing/2014/main" id="{45ADCB6E-3B3A-EB57-59DD-46FE6ECBA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7886" y="2214163"/>
            <a:ext cx="1052966" cy="9463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C99FE1F-6C5C-0556-A400-DE61066AD26D}"/>
              </a:ext>
            </a:extLst>
          </p:cNvPr>
          <p:cNvGrpSpPr/>
          <p:nvPr/>
        </p:nvGrpSpPr>
        <p:grpSpPr>
          <a:xfrm>
            <a:off x="2581224" y="2269311"/>
            <a:ext cx="8267032" cy="853088"/>
            <a:chOff x="2717800" y="2502216"/>
            <a:chExt cx="7927622" cy="8530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F86277E-3415-017D-BCA5-42F872F97CA6}"/>
                </a:ext>
              </a:extLst>
            </p:cNvPr>
            <p:cNvSpPr/>
            <p:nvPr/>
          </p:nvSpPr>
          <p:spPr>
            <a:xfrm>
              <a:off x="2717800" y="2502216"/>
              <a:ext cx="7927622" cy="853088"/>
            </a:xfrm>
            <a:prstGeom prst="roundRect">
              <a:avLst>
                <a:gd name="adj" fmla="val 12864"/>
              </a:avLst>
            </a:prstGeom>
            <a:solidFill>
              <a:schemeClr val="accent1">
                <a:lumMod val="50000"/>
                <a:alpha val="62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19" name="Content Placeholder 1, chunk 2">
              <a:extLst>
                <a:ext uri="{FF2B5EF4-FFF2-40B4-BE49-F238E27FC236}">
                  <a16:creationId xmlns:a16="http://schemas.microsoft.com/office/drawing/2014/main" id="{B63E3E81-C426-8D86-4531-48ED4779F601}"/>
                </a:ext>
              </a:extLst>
            </p:cNvPr>
            <p:cNvSpPr txBox="1"/>
            <p:nvPr/>
          </p:nvSpPr>
          <p:spPr>
            <a:xfrm>
              <a:off x="2852475" y="2744094"/>
              <a:ext cx="7609719" cy="369332"/>
            </a:xfrm>
            <a:prstGeom prst="rect">
              <a:avLst/>
            </a:prstGeom>
          </p:spPr>
          <p:txBody>
            <a:bodyPr vert="horz" wrap="square" lIns="91440" tIns="45720" rIns="91440" bIns="45720" numCol="1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287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70AD47"/>
                </a:buClr>
                <a:buSzPct val="30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Point 2</a:t>
              </a:r>
            </a:p>
          </p:txBody>
        </p:sp>
      </p:grpSp>
      <p:pic>
        <p:nvPicPr>
          <p:cNvPr id="10" name="Graphic 14">
            <a:extLst>
              <a:ext uri="{FF2B5EF4-FFF2-40B4-BE49-F238E27FC236}">
                <a16:creationId xmlns:a16="http://schemas.microsoft.com/office/drawing/2014/main" id="{688E1D62-83A3-E3BA-A3CD-D38A6345F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7886" y="3682075"/>
            <a:ext cx="1052966" cy="9463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05E65ED-83E0-865D-E8F7-6B11BCCFD871}"/>
              </a:ext>
            </a:extLst>
          </p:cNvPr>
          <p:cNvGrpSpPr/>
          <p:nvPr/>
        </p:nvGrpSpPr>
        <p:grpSpPr>
          <a:xfrm>
            <a:off x="2581224" y="3773667"/>
            <a:ext cx="8382585" cy="853088"/>
            <a:chOff x="2717800" y="4006572"/>
            <a:chExt cx="8038431" cy="8530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0C7A7D6-C516-B0B7-E01A-B33AF8642E7A}"/>
                </a:ext>
              </a:extLst>
            </p:cNvPr>
            <p:cNvSpPr/>
            <p:nvPr/>
          </p:nvSpPr>
          <p:spPr>
            <a:xfrm>
              <a:off x="2717800" y="4006572"/>
              <a:ext cx="7927622" cy="853088"/>
            </a:xfrm>
            <a:prstGeom prst="roundRect">
              <a:avLst>
                <a:gd name="adj" fmla="val 12864"/>
              </a:avLst>
            </a:prstGeom>
            <a:solidFill>
              <a:schemeClr val="accent1">
                <a:lumMod val="50000"/>
                <a:alpha val="62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17" name="Content Placeholder 1, chunk 3">
              <a:extLst>
                <a:ext uri="{FF2B5EF4-FFF2-40B4-BE49-F238E27FC236}">
                  <a16:creationId xmlns:a16="http://schemas.microsoft.com/office/drawing/2014/main" id="{C8AB248D-9314-99E6-9A7B-B37EDC2772F3}"/>
                </a:ext>
              </a:extLst>
            </p:cNvPr>
            <p:cNvSpPr txBox="1"/>
            <p:nvPr/>
          </p:nvSpPr>
          <p:spPr>
            <a:xfrm>
              <a:off x="2864198" y="4248450"/>
              <a:ext cx="7892033" cy="369332"/>
            </a:xfrm>
            <a:prstGeom prst="rect">
              <a:avLst/>
            </a:prstGeom>
          </p:spPr>
          <p:txBody>
            <a:bodyPr vert="horz" wrap="square" lIns="91440" tIns="45720" rIns="91440" bIns="45720" numCol="1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049338">
                <a:lnSpc>
                  <a:spcPct val="90000"/>
                </a:lnSpc>
                <a:spcBef>
                  <a:spcPts val="1000"/>
                </a:spcBef>
                <a:buClr>
                  <a:srgbClr val="70AD47"/>
                </a:buClr>
                <a:buSzPct val="300000"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Point 3</a:t>
              </a:r>
            </a:p>
          </p:txBody>
        </p:sp>
      </p:grpSp>
      <p:pic>
        <p:nvPicPr>
          <p:cNvPr id="12" name="Graphic 15">
            <a:extLst>
              <a:ext uri="{FF2B5EF4-FFF2-40B4-BE49-F238E27FC236}">
                <a16:creationId xmlns:a16="http://schemas.microsoft.com/office/drawing/2014/main" id="{2DF5748E-AE08-6F17-CCD4-ACB1EDB07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7886" y="5108575"/>
            <a:ext cx="1052966" cy="9463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BD45709-48B8-52BD-AB36-3F23DA76BDB0}"/>
              </a:ext>
            </a:extLst>
          </p:cNvPr>
          <p:cNvGrpSpPr/>
          <p:nvPr/>
        </p:nvGrpSpPr>
        <p:grpSpPr>
          <a:xfrm>
            <a:off x="2581224" y="5155199"/>
            <a:ext cx="8267032" cy="853088"/>
            <a:chOff x="2717800" y="5388104"/>
            <a:chExt cx="7927622" cy="8530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9E9451A-62A1-0241-0880-9FC605A7A70C}"/>
                </a:ext>
              </a:extLst>
            </p:cNvPr>
            <p:cNvSpPr/>
            <p:nvPr/>
          </p:nvSpPr>
          <p:spPr>
            <a:xfrm>
              <a:off x="2717800" y="5388104"/>
              <a:ext cx="7927622" cy="853088"/>
            </a:xfrm>
            <a:prstGeom prst="roundRect">
              <a:avLst>
                <a:gd name="adj" fmla="val 12864"/>
              </a:avLst>
            </a:prstGeom>
            <a:solidFill>
              <a:schemeClr val="accent1">
                <a:lumMod val="50000"/>
                <a:alpha val="62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15" name="Content Placeholder 1, chunk 4">
              <a:extLst>
                <a:ext uri="{FF2B5EF4-FFF2-40B4-BE49-F238E27FC236}">
                  <a16:creationId xmlns:a16="http://schemas.microsoft.com/office/drawing/2014/main" id="{ECF3964F-5F58-83DD-8FE5-A1C0717F0116}"/>
                </a:ext>
              </a:extLst>
            </p:cNvPr>
            <p:cNvSpPr txBox="1"/>
            <p:nvPr/>
          </p:nvSpPr>
          <p:spPr>
            <a:xfrm>
              <a:off x="2852476" y="5629982"/>
              <a:ext cx="7609718" cy="369332"/>
            </a:xfrm>
            <a:prstGeom prst="rect">
              <a:avLst/>
            </a:prstGeom>
          </p:spPr>
          <p:txBody>
            <a:bodyPr vert="horz" wrap="square" lIns="91440" tIns="45720" rIns="91440" bIns="45720" numCol="1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0287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70AD47"/>
                </a:buClr>
                <a:buSzPct val="30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Point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4156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2024-01-02T22:28:03Z</dcterms:created>
  <dcterms:modified xsi:type="dcterms:W3CDTF">2024-01-02T22:28:13Z</dcterms:modified>
</cp:coreProperties>
</file>